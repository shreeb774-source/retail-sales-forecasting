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1119" r:id="rId2"/>
    <p:sldId id="1518" r:id="rId3"/>
    <p:sldId id="1519" r:id="rId4"/>
    <p:sldId id="1549" r:id="rId5"/>
    <p:sldId id="1550" r:id="rId6"/>
    <p:sldId id="1521" r:id="rId7"/>
    <p:sldId id="1535" r:id="rId8"/>
    <p:sldId id="1536" r:id="rId9"/>
    <p:sldId id="1526" r:id="rId10"/>
    <p:sldId id="1537" r:id="rId11"/>
    <p:sldId id="1527" r:id="rId12"/>
    <p:sldId id="1528" r:id="rId13"/>
    <p:sldId id="1529" r:id="rId14"/>
    <p:sldId id="1530" r:id="rId15"/>
    <p:sldId id="1541" r:id="rId16"/>
    <p:sldId id="1542" r:id="rId17"/>
    <p:sldId id="1543" r:id="rId18"/>
    <p:sldId id="1551" r:id="rId19"/>
    <p:sldId id="1552" r:id="rId20"/>
    <p:sldId id="1553" r:id="rId21"/>
    <p:sldId id="1544" r:id="rId22"/>
    <p:sldId id="1545" r:id="rId23"/>
    <p:sldId id="1546" r:id="rId24"/>
    <p:sldId id="1547" r:id="rId25"/>
    <p:sldId id="1548" r:id="rId26"/>
    <p:sldId id="151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E0FDD-5C4D-4697-B4AC-79B608FB66F6}" v="34" dt="2026-09-21T10:27:02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gyashree sahoo" userId="31d8479cd71eda56" providerId="LiveId" clId="{AE22AFC7-F0C8-4F9D-90E0-BC9006D920F8}"/>
    <pc:docChg chg="undo custSel addSld delSld modSld">
      <pc:chgData name="bhagyashree sahoo" userId="31d8479cd71eda56" providerId="LiveId" clId="{AE22AFC7-F0C8-4F9D-90E0-BC9006D920F8}" dt="2026-09-21T10:51:17.021" v="955" actId="207"/>
      <pc:docMkLst>
        <pc:docMk/>
      </pc:docMkLst>
      <pc:sldChg chg="modSp mod">
        <pc:chgData name="bhagyashree sahoo" userId="31d8479cd71eda56" providerId="LiveId" clId="{AE22AFC7-F0C8-4F9D-90E0-BC9006D920F8}" dt="2026-09-17T11:12:42.222" v="383" actId="403"/>
        <pc:sldMkLst>
          <pc:docMk/>
          <pc:sldMk cId="3071345316" sldId="1119"/>
        </pc:sldMkLst>
        <pc:spChg chg="mod">
          <ac:chgData name="bhagyashree sahoo" userId="31d8479cd71eda56" providerId="LiveId" clId="{AE22AFC7-F0C8-4F9D-90E0-BC9006D920F8}" dt="2026-09-17T11:12:42.222" v="383" actId="403"/>
          <ac:spMkLst>
            <pc:docMk/>
            <pc:sldMk cId="3071345316" sldId="1119"/>
            <ac:spMk id="2" creationId="{566CF642-B155-3EAA-0E23-97793C0E3936}"/>
          </ac:spMkLst>
        </pc:spChg>
      </pc:sldChg>
      <pc:sldChg chg="addSp delSp modSp mod">
        <pc:chgData name="bhagyashree sahoo" userId="31d8479cd71eda56" providerId="LiveId" clId="{AE22AFC7-F0C8-4F9D-90E0-BC9006D920F8}" dt="2026-09-21T10:51:17.021" v="955" actId="207"/>
        <pc:sldMkLst>
          <pc:docMk/>
          <pc:sldMk cId="2934401831" sldId="1517"/>
        </pc:sldMkLst>
        <pc:spChg chg="del">
          <ac:chgData name="bhagyashree sahoo" userId="31d8479cd71eda56" providerId="LiveId" clId="{AE22AFC7-F0C8-4F9D-90E0-BC9006D920F8}" dt="2026-09-21T10:50:48.737" v="946" actId="478"/>
          <ac:spMkLst>
            <pc:docMk/>
            <pc:sldMk cId="2934401831" sldId="1517"/>
            <ac:spMk id="4" creationId="{9ED956B0-31CE-41E2-7471-701BFF757068}"/>
          </ac:spMkLst>
        </pc:spChg>
        <pc:spChg chg="add mod">
          <ac:chgData name="bhagyashree sahoo" userId="31d8479cd71eda56" providerId="LiveId" clId="{AE22AFC7-F0C8-4F9D-90E0-BC9006D920F8}" dt="2026-09-21T10:51:17.021" v="955" actId="207"/>
          <ac:spMkLst>
            <pc:docMk/>
            <pc:sldMk cId="2934401831" sldId="1517"/>
            <ac:spMk id="6" creationId="{35A34112-B957-B671-2315-0B03A3560CF9}"/>
          </ac:spMkLst>
        </pc:spChg>
      </pc:sldChg>
      <pc:sldChg chg="addSp delSp modSp mod">
        <pc:chgData name="bhagyashree sahoo" userId="31d8479cd71eda56" providerId="LiveId" clId="{AE22AFC7-F0C8-4F9D-90E0-BC9006D920F8}" dt="2026-09-21T10:33:21.863" v="828" actId="22"/>
        <pc:sldMkLst>
          <pc:docMk/>
          <pc:sldMk cId="3695820665" sldId="1518"/>
        </pc:sldMkLst>
        <pc:spChg chg="del mod">
          <ac:chgData name="bhagyashree sahoo" userId="31d8479cd71eda56" providerId="LiveId" clId="{AE22AFC7-F0C8-4F9D-90E0-BC9006D920F8}" dt="2026-09-21T10:31:53.503" v="808" actId="478"/>
          <ac:spMkLst>
            <pc:docMk/>
            <pc:sldMk cId="3695820665" sldId="1518"/>
            <ac:spMk id="2" creationId="{B8FD962F-DA8E-F146-10EE-94A759EC78FB}"/>
          </ac:spMkLst>
        </pc:spChg>
        <pc:spChg chg="del">
          <ac:chgData name="bhagyashree sahoo" userId="31d8479cd71eda56" providerId="LiveId" clId="{AE22AFC7-F0C8-4F9D-90E0-BC9006D920F8}" dt="2026-09-21T10:31:56.950" v="809" actId="478"/>
          <ac:spMkLst>
            <pc:docMk/>
            <pc:sldMk cId="3695820665" sldId="1518"/>
            <ac:spMk id="3" creationId="{B8F8FAA8-71F0-BA17-2E04-CAB84F6B7D1A}"/>
          </ac:spMkLst>
        </pc:spChg>
        <pc:spChg chg="add mod">
          <ac:chgData name="bhagyashree sahoo" userId="31d8479cd71eda56" providerId="LiveId" clId="{AE22AFC7-F0C8-4F9D-90E0-BC9006D920F8}" dt="2026-09-21T09:49:48.080" v="436"/>
          <ac:spMkLst>
            <pc:docMk/>
            <pc:sldMk cId="3695820665" sldId="1518"/>
            <ac:spMk id="4" creationId="{C0352E9C-FA53-45A7-1B3D-9B862604D4D4}"/>
          </ac:spMkLst>
        </pc:spChg>
        <pc:spChg chg="add mod">
          <ac:chgData name="bhagyashree sahoo" userId="31d8479cd71eda56" providerId="LiveId" clId="{AE22AFC7-F0C8-4F9D-90E0-BC9006D920F8}" dt="2026-09-21T09:49:11.735" v="434"/>
          <ac:spMkLst>
            <pc:docMk/>
            <pc:sldMk cId="3695820665" sldId="1518"/>
            <ac:spMk id="5" creationId="{21DC5996-CAE5-DCD3-55AA-F1DDC27DF0F9}"/>
          </ac:spMkLst>
        </pc:spChg>
        <pc:spChg chg="add del">
          <ac:chgData name="bhagyashree sahoo" userId="31d8479cd71eda56" providerId="LiveId" clId="{AE22AFC7-F0C8-4F9D-90E0-BC9006D920F8}" dt="2026-09-21T10:32:01.613" v="811" actId="22"/>
          <ac:spMkLst>
            <pc:docMk/>
            <pc:sldMk cId="3695820665" sldId="1518"/>
            <ac:spMk id="7" creationId="{F6262389-461B-B3C0-E556-47942558C9D8}"/>
          </ac:spMkLst>
        </pc:spChg>
        <pc:spChg chg="add">
          <ac:chgData name="bhagyashree sahoo" userId="31d8479cd71eda56" providerId="LiveId" clId="{AE22AFC7-F0C8-4F9D-90E0-BC9006D920F8}" dt="2026-09-21T10:32:06.153" v="812" actId="22"/>
          <ac:spMkLst>
            <pc:docMk/>
            <pc:sldMk cId="3695820665" sldId="1518"/>
            <ac:spMk id="9" creationId="{91EB0F4D-EF6E-A369-C57B-25F1D5E0CCC9}"/>
          </ac:spMkLst>
        </pc:spChg>
        <pc:spChg chg="add">
          <ac:chgData name="bhagyashree sahoo" userId="31d8479cd71eda56" providerId="LiveId" clId="{AE22AFC7-F0C8-4F9D-90E0-BC9006D920F8}" dt="2026-09-21T10:32:11.272" v="813" actId="22"/>
          <ac:spMkLst>
            <pc:docMk/>
            <pc:sldMk cId="3695820665" sldId="1518"/>
            <ac:spMk id="11" creationId="{27874225-550F-7DCA-88AD-F1BC1D596BB3}"/>
          </ac:spMkLst>
        </pc:spChg>
        <pc:spChg chg="add">
          <ac:chgData name="bhagyashree sahoo" userId="31d8479cd71eda56" providerId="LiveId" clId="{AE22AFC7-F0C8-4F9D-90E0-BC9006D920F8}" dt="2026-09-21T10:32:15.526" v="814" actId="22"/>
          <ac:spMkLst>
            <pc:docMk/>
            <pc:sldMk cId="3695820665" sldId="1518"/>
            <ac:spMk id="13" creationId="{D5F7CDFC-C366-FF3F-A97D-CAE0858FC2C6}"/>
          </ac:spMkLst>
        </pc:spChg>
        <pc:spChg chg="add mod">
          <ac:chgData name="bhagyashree sahoo" userId="31d8479cd71eda56" providerId="LiveId" clId="{AE22AFC7-F0C8-4F9D-90E0-BC9006D920F8}" dt="2026-09-21T10:32:19.600" v="816" actId="1076"/>
          <ac:spMkLst>
            <pc:docMk/>
            <pc:sldMk cId="3695820665" sldId="1518"/>
            <ac:spMk id="15" creationId="{AA685C4F-ECE8-1E68-DC4A-8F627878F7F0}"/>
          </ac:spMkLst>
        </pc:spChg>
        <pc:spChg chg="add mod">
          <ac:chgData name="bhagyashree sahoo" userId="31d8479cd71eda56" providerId="LiveId" clId="{AE22AFC7-F0C8-4F9D-90E0-BC9006D920F8}" dt="2026-09-21T10:32:23.370" v="818" actId="1076"/>
          <ac:spMkLst>
            <pc:docMk/>
            <pc:sldMk cId="3695820665" sldId="1518"/>
            <ac:spMk id="17" creationId="{0FCA7568-9BBE-4F30-0F9F-A08881584505}"/>
          </ac:spMkLst>
        </pc:spChg>
        <pc:spChg chg="add">
          <ac:chgData name="bhagyashree sahoo" userId="31d8479cd71eda56" providerId="LiveId" clId="{AE22AFC7-F0C8-4F9D-90E0-BC9006D920F8}" dt="2026-09-21T10:32:29.507" v="819" actId="22"/>
          <ac:spMkLst>
            <pc:docMk/>
            <pc:sldMk cId="3695820665" sldId="1518"/>
            <ac:spMk id="19" creationId="{525AEE9C-49A8-63C8-A36B-66511BA4D6C6}"/>
          </ac:spMkLst>
        </pc:spChg>
        <pc:spChg chg="add">
          <ac:chgData name="bhagyashree sahoo" userId="31d8479cd71eda56" providerId="LiveId" clId="{AE22AFC7-F0C8-4F9D-90E0-BC9006D920F8}" dt="2026-09-21T10:32:35.430" v="820" actId="22"/>
          <ac:spMkLst>
            <pc:docMk/>
            <pc:sldMk cId="3695820665" sldId="1518"/>
            <ac:spMk id="21" creationId="{8569A517-527E-C4F2-AA94-3CF576B5BF35}"/>
          </ac:spMkLst>
        </pc:spChg>
        <pc:spChg chg="add">
          <ac:chgData name="bhagyashree sahoo" userId="31d8479cd71eda56" providerId="LiveId" clId="{AE22AFC7-F0C8-4F9D-90E0-BC9006D920F8}" dt="2026-09-21T10:32:41.367" v="821" actId="22"/>
          <ac:spMkLst>
            <pc:docMk/>
            <pc:sldMk cId="3695820665" sldId="1518"/>
            <ac:spMk id="23" creationId="{05E24B05-62A2-B9D0-716A-46A9F9AC4606}"/>
          </ac:spMkLst>
        </pc:spChg>
        <pc:spChg chg="add mod">
          <ac:chgData name="bhagyashree sahoo" userId="31d8479cd71eda56" providerId="LiveId" clId="{AE22AFC7-F0C8-4F9D-90E0-BC9006D920F8}" dt="2026-09-21T10:32:56.124" v="823" actId="1076"/>
          <ac:spMkLst>
            <pc:docMk/>
            <pc:sldMk cId="3695820665" sldId="1518"/>
            <ac:spMk id="25" creationId="{2CB8A288-1AAC-EE28-9AA4-B068B2AEF200}"/>
          </ac:spMkLst>
        </pc:spChg>
        <pc:spChg chg="add">
          <ac:chgData name="bhagyashree sahoo" userId="31d8479cd71eda56" providerId="LiveId" clId="{AE22AFC7-F0C8-4F9D-90E0-BC9006D920F8}" dt="2026-09-21T10:33:02.233" v="824" actId="22"/>
          <ac:spMkLst>
            <pc:docMk/>
            <pc:sldMk cId="3695820665" sldId="1518"/>
            <ac:spMk id="27" creationId="{E532F025-B50C-4EE1-0791-DA644CD1D793}"/>
          </ac:spMkLst>
        </pc:spChg>
        <pc:spChg chg="add">
          <ac:chgData name="bhagyashree sahoo" userId="31d8479cd71eda56" providerId="LiveId" clId="{AE22AFC7-F0C8-4F9D-90E0-BC9006D920F8}" dt="2026-09-21T10:33:07.451" v="825" actId="22"/>
          <ac:spMkLst>
            <pc:docMk/>
            <pc:sldMk cId="3695820665" sldId="1518"/>
            <ac:spMk id="29" creationId="{D72B9363-5E27-2D27-6506-1E86A434AF35}"/>
          </ac:spMkLst>
        </pc:spChg>
        <pc:spChg chg="add">
          <ac:chgData name="bhagyashree sahoo" userId="31d8479cd71eda56" providerId="LiveId" clId="{AE22AFC7-F0C8-4F9D-90E0-BC9006D920F8}" dt="2026-09-21T10:33:12.118" v="826" actId="22"/>
          <ac:spMkLst>
            <pc:docMk/>
            <pc:sldMk cId="3695820665" sldId="1518"/>
            <ac:spMk id="31" creationId="{3819ACD9-11CB-AFF9-186F-D15702436649}"/>
          </ac:spMkLst>
        </pc:spChg>
        <pc:spChg chg="add">
          <ac:chgData name="bhagyashree sahoo" userId="31d8479cd71eda56" providerId="LiveId" clId="{AE22AFC7-F0C8-4F9D-90E0-BC9006D920F8}" dt="2026-09-21T10:33:17.069" v="827" actId="22"/>
          <ac:spMkLst>
            <pc:docMk/>
            <pc:sldMk cId="3695820665" sldId="1518"/>
            <ac:spMk id="33" creationId="{9F056A54-01FF-71D9-3A57-9E05CA506C67}"/>
          </ac:spMkLst>
        </pc:spChg>
        <pc:spChg chg="add">
          <ac:chgData name="bhagyashree sahoo" userId="31d8479cd71eda56" providerId="LiveId" clId="{AE22AFC7-F0C8-4F9D-90E0-BC9006D920F8}" dt="2026-09-21T10:33:21.863" v="828" actId="22"/>
          <ac:spMkLst>
            <pc:docMk/>
            <pc:sldMk cId="3695820665" sldId="1518"/>
            <ac:spMk id="35" creationId="{97573F9F-6610-A9BD-295E-928F3042F14C}"/>
          </ac:spMkLst>
        </pc:spChg>
      </pc:sldChg>
      <pc:sldChg chg="addSp delSp modSp mod">
        <pc:chgData name="bhagyashree sahoo" userId="31d8479cd71eda56" providerId="LiveId" clId="{AE22AFC7-F0C8-4F9D-90E0-BC9006D920F8}" dt="2026-09-21T10:34:44.561" v="848" actId="1076"/>
        <pc:sldMkLst>
          <pc:docMk/>
          <pc:sldMk cId="1855102688" sldId="1519"/>
        </pc:sldMkLst>
        <pc:spChg chg="del mod">
          <ac:chgData name="bhagyashree sahoo" userId="31d8479cd71eda56" providerId="LiveId" clId="{AE22AFC7-F0C8-4F9D-90E0-BC9006D920F8}" dt="2026-09-21T10:33:29.818" v="829" actId="478"/>
          <ac:spMkLst>
            <pc:docMk/>
            <pc:sldMk cId="1855102688" sldId="1519"/>
            <ac:spMk id="2" creationId="{46358E7C-0A59-4B3B-A773-BB5BE7B981FC}"/>
          </ac:spMkLst>
        </pc:spChg>
        <pc:spChg chg="del">
          <ac:chgData name="bhagyashree sahoo" userId="31d8479cd71eda56" providerId="LiveId" clId="{AE22AFC7-F0C8-4F9D-90E0-BC9006D920F8}" dt="2026-09-21T10:33:33.327" v="830" actId="478"/>
          <ac:spMkLst>
            <pc:docMk/>
            <pc:sldMk cId="1855102688" sldId="1519"/>
            <ac:spMk id="3" creationId="{1E65AC2F-51C5-A287-3ECE-33EFEFED4CC2}"/>
          </ac:spMkLst>
        </pc:spChg>
        <pc:spChg chg="add">
          <ac:chgData name="bhagyashree sahoo" userId="31d8479cd71eda56" providerId="LiveId" clId="{AE22AFC7-F0C8-4F9D-90E0-BC9006D920F8}" dt="2026-09-21T10:33:39.109" v="831" actId="22"/>
          <ac:spMkLst>
            <pc:docMk/>
            <pc:sldMk cId="1855102688" sldId="1519"/>
            <ac:spMk id="5" creationId="{BE7ED0C1-4D45-02FB-B5CE-854101B222BB}"/>
          </ac:spMkLst>
        </pc:spChg>
        <pc:spChg chg="add">
          <ac:chgData name="bhagyashree sahoo" userId="31d8479cd71eda56" providerId="LiveId" clId="{AE22AFC7-F0C8-4F9D-90E0-BC9006D920F8}" dt="2026-09-21T10:33:43.325" v="832" actId="22"/>
          <ac:spMkLst>
            <pc:docMk/>
            <pc:sldMk cId="1855102688" sldId="1519"/>
            <ac:spMk id="7" creationId="{66B91E3A-C19D-42C6-910D-0E60C8AF0B23}"/>
          </ac:spMkLst>
        </pc:spChg>
        <pc:spChg chg="add">
          <ac:chgData name="bhagyashree sahoo" userId="31d8479cd71eda56" providerId="LiveId" clId="{AE22AFC7-F0C8-4F9D-90E0-BC9006D920F8}" dt="2026-09-21T10:33:48.057" v="833" actId="22"/>
          <ac:spMkLst>
            <pc:docMk/>
            <pc:sldMk cId="1855102688" sldId="1519"/>
            <ac:spMk id="9" creationId="{0F76D66F-F367-3718-4867-131ED64F36ED}"/>
          </ac:spMkLst>
        </pc:spChg>
        <pc:spChg chg="add mod">
          <ac:chgData name="bhagyashree sahoo" userId="31d8479cd71eda56" providerId="LiveId" clId="{AE22AFC7-F0C8-4F9D-90E0-BC9006D920F8}" dt="2026-09-21T10:33:52.946" v="835" actId="1076"/>
          <ac:spMkLst>
            <pc:docMk/>
            <pc:sldMk cId="1855102688" sldId="1519"/>
            <ac:spMk id="11" creationId="{DBB56145-D4BB-6C06-24B0-4BE644F41979}"/>
          </ac:spMkLst>
        </pc:spChg>
        <pc:spChg chg="add mod">
          <ac:chgData name="bhagyashree sahoo" userId="31d8479cd71eda56" providerId="LiveId" clId="{AE22AFC7-F0C8-4F9D-90E0-BC9006D920F8}" dt="2026-09-21T10:33:56.413" v="837" actId="1076"/>
          <ac:spMkLst>
            <pc:docMk/>
            <pc:sldMk cId="1855102688" sldId="1519"/>
            <ac:spMk id="13" creationId="{081A9CB9-5357-0A4E-4602-738082206C4D}"/>
          </ac:spMkLst>
        </pc:spChg>
        <pc:spChg chg="add">
          <ac:chgData name="bhagyashree sahoo" userId="31d8479cd71eda56" providerId="LiveId" clId="{AE22AFC7-F0C8-4F9D-90E0-BC9006D920F8}" dt="2026-09-21T10:34:04.213" v="838" actId="22"/>
          <ac:spMkLst>
            <pc:docMk/>
            <pc:sldMk cId="1855102688" sldId="1519"/>
            <ac:spMk id="15" creationId="{590F376A-98CC-FA25-ED39-6CA976C3EC8E}"/>
          </ac:spMkLst>
        </pc:spChg>
        <pc:spChg chg="add mod">
          <ac:chgData name="bhagyashree sahoo" userId="31d8479cd71eda56" providerId="LiveId" clId="{AE22AFC7-F0C8-4F9D-90E0-BC9006D920F8}" dt="2026-09-21T10:34:10.892" v="840" actId="1076"/>
          <ac:spMkLst>
            <pc:docMk/>
            <pc:sldMk cId="1855102688" sldId="1519"/>
            <ac:spMk id="17" creationId="{3A872CB4-5336-B7A5-7252-C24F7210F7A5}"/>
          </ac:spMkLst>
        </pc:spChg>
        <pc:spChg chg="add mod">
          <ac:chgData name="bhagyashree sahoo" userId="31d8479cd71eda56" providerId="LiveId" clId="{AE22AFC7-F0C8-4F9D-90E0-BC9006D920F8}" dt="2026-09-21T10:34:19.236" v="843" actId="1076"/>
          <ac:spMkLst>
            <pc:docMk/>
            <pc:sldMk cId="1855102688" sldId="1519"/>
            <ac:spMk id="19" creationId="{B4775728-02A3-437F-EB98-8DD8A6B3B8D7}"/>
          </ac:spMkLst>
        </pc:spChg>
        <pc:spChg chg="add">
          <ac:chgData name="bhagyashree sahoo" userId="31d8479cd71eda56" providerId="LiveId" clId="{AE22AFC7-F0C8-4F9D-90E0-BC9006D920F8}" dt="2026-09-21T10:34:25.637" v="844" actId="22"/>
          <ac:spMkLst>
            <pc:docMk/>
            <pc:sldMk cId="1855102688" sldId="1519"/>
            <ac:spMk id="21" creationId="{73244C3B-AEF8-F3FC-43A2-9F3F5888358A}"/>
          </ac:spMkLst>
        </pc:spChg>
        <pc:spChg chg="add">
          <ac:chgData name="bhagyashree sahoo" userId="31d8479cd71eda56" providerId="LiveId" clId="{AE22AFC7-F0C8-4F9D-90E0-BC9006D920F8}" dt="2026-09-21T10:34:30.246" v="845" actId="22"/>
          <ac:spMkLst>
            <pc:docMk/>
            <pc:sldMk cId="1855102688" sldId="1519"/>
            <ac:spMk id="23" creationId="{C29D16A9-0856-65A3-4729-F8D372ADE16F}"/>
          </ac:spMkLst>
        </pc:spChg>
        <pc:spChg chg="add">
          <ac:chgData name="bhagyashree sahoo" userId="31d8479cd71eda56" providerId="LiveId" clId="{AE22AFC7-F0C8-4F9D-90E0-BC9006D920F8}" dt="2026-09-21T10:34:35.005" v="846" actId="22"/>
          <ac:spMkLst>
            <pc:docMk/>
            <pc:sldMk cId="1855102688" sldId="1519"/>
            <ac:spMk id="25" creationId="{5719CFBA-CE3E-97DB-A5CF-E13623AD4159}"/>
          </ac:spMkLst>
        </pc:spChg>
        <pc:spChg chg="add mod">
          <ac:chgData name="bhagyashree sahoo" userId="31d8479cd71eda56" providerId="LiveId" clId="{AE22AFC7-F0C8-4F9D-90E0-BC9006D920F8}" dt="2026-09-21T10:34:44.561" v="848" actId="1076"/>
          <ac:spMkLst>
            <pc:docMk/>
            <pc:sldMk cId="1855102688" sldId="1519"/>
            <ac:spMk id="27" creationId="{ED5DE392-1B5B-0C12-FF10-7C8D56EAE9EB}"/>
          </ac:spMkLst>
        </pc:spChg>
      </pc:sldChg>
      <pc:sldChg chg="addSp delSp modSp mod">
        <pc:chgData name="bhagyashree sahoo" userId="31d8479cd71eda56" providerId="LiveId" clId="{AE22AFC7-F0C8-4F9D-90E0-BC9006D920F8}" dt="2026-09-21T09:51:07.274" v="449" actId="1076"/>
        <pc:sldMkLst>
          <pc:docMk/>
          <pc:sldMk cId="2764205409" sldId="1521"/>
        </pc:sldMkLst>
        <pc:spChg chg="del mod">
          <ac:chgData name="bhagyashree sahoo" userId="31d8479cd71eda56" providerId="LiveId" clId="{AE22AFC7-F0C8-4F9D-90E0-BC9006D920F8}" dt="2026-09-21T09:50:57.664" v="447" actId="478"/>
          <ac:spMkLst>
            <pc:docMk/>
            <pc:sldMk cId="2764205409" sldId="1521"/>
            <ac:spMk id="2" creationId="{98F5034B-4E94-38B0-BA25-0BBA06250CBB}"/>
          </ac:spMkLst>
        </pc:spChg>
        <pc:spChg chg="add mod">
          <ac:chgData name="bhagyashree sahoo" userId="31d8479cd71eda56" providerId="LiveId" clId="{AE22AFC7-F0C8-4F9D-90E0-BC9006D920F8}" dt="2026-09-21T09:50:41.609" v="444" actId="1076"/>
          <ac:spMkLst>
            <pc:docMk/>
            <pc:sldMk cId="2764205409" sldId="1521"/>
            <ac:spMk id="6" creationId="{78454EFC-8DEC-D57C-62FF-482600D158E5}"/>
          </ac:spMkLst>
        </pc:spChg>
        <pc:spChg chg="add mod">
          <ac:chgData name="bhagyashree sahoo" userId="31d8479cd71eda56" providerId="LiveId" clId="{AE22AFC7-F0C8-4F9D-90E0-BC9006D920F8}" dt="2026-09-21T09:51:07.274" v="449" actId="1076"/>
          <ac:spMkLst>
            <pc:docMk/>
            <pc:sldMk cId="2764205409" sldId="1521"/>
            <ac:spMk id="7" creationId="{552579F6-8856-112E-64C4-52F28E08BC5D}"/>
          </ac:spMkLst>
        </pc:spChg>
        <pc:spChg chg="add del mod">
          <ac:chgData name="bhagyashree sahoo" userId="31d8479cd71eda56" providerId="LiveId" clId="{AE22AFC7-F0C8-4F9D-90E0-BC9006D920F8}" dt="2026-09-21T09:51:01.345" v="448" actId="478"/>
          <ac:spMkLst>
            <pc:docMk/>
            <pc:sldMk cId="2764205409" sldId="1521"/>
            <ac:spMk id="9" creationId="{2B5731E3-1CC7-AD00-E76F-1C13FC45C86F}"/>
          </ac:spMkLst>
        </pc:spChg>
        <pc:graphicFrameChg chg="del mod modGraphic">
          <ac:chgData name="bhagyashree sahoo" userId="31d8479cd71eda56" providerId="LiveId" clId="{AE22AFC7-F0C8-4F9D-90E0-BC9006D920F8}" dt="2026-09-21T09:50:18.348" v="439" actId="478"/>
          <ac:graphicFrameMkLst>
            <pc:docMk/>
            <pc:sldMk cId="2764205409" sldId="1521"/>
            <ac:graphicFrameMk id="3" creationId="{9F475331-36DC-D60D-778A-DE8462BEF663}"/>
          </ac:graphicFrameMkLst>
        </pc:graphicFrameChg>
        <pc:picChg chg="add mod">
          <ac:chgData name="bhagyashree sahoo" userId="31d8479cd71eda56" providerId="LiveId" clId="{AE22AFC7-F0C8-4F9D-90E0-BC9006D920F8}" dt="2026-09-21T09:50:24.131" v="440" actId="1076"/>
          <ac:picMkLst>
            <pc:docMk/>
            <pc:sldMk cId="2764205409" sldId="1521"/>
            <ac:picMk id="4" creationId="{F296B0B4-C1FA-ACC2-73C7-AB42EA4EEFAD}"/>
          </ac:picMkLst>
        </pc:picChg>
      </pc:sldChg>
      <pc:sldChg chg="addSp delSp modSp mod">
        <pc:chgData name="bhagyashree sahoo" userId="31d8479cd71eda56" providerId="LiveId" clId="{AE22AFC7-F0C8-4F9D-90E0-BC9006D920F8}" dt="2026-09-21T09:59:13.515" v="523" actId="1076"/>
        <pc:sldMkLst>
          <pc:docMk/>
          <pc:sldMk cId="253447033" sldId="1526"/>
        </pc:sldMkLst>
        <pc:spChg chg="del">
          <ac:chgData name="bhagyashree sahoo" userId="31d8479cd71eda56" providerId="LiveId" clId="{AE22AFC7-F0C8-4F9D-90E0-BC9006D920F8}" dt="2026-09-21T09:55:59.820" v="486" actId="478"/>
          <ac:spMkLst>
            <pc:docMk/>
            <pc:sldMk cId="253447033" sldId="1526"/>
            <ac:spMk id="2" creationId="{F2B184B3-4F17-41F4-1ED9-DDBB1981F477}"/>
          </ac:spMkLst>
        </pc:spChg>
        <pc:spChg chg="add del mod">
          <ac:chgData name="bhagyashree sahoo" userId="31d8479cd71eda56" providerId="LiveId" clId="{AE22AFC7-F0C8-4F9D-90E0-BC9006D920F8}" dt="2026-09-21T09:56:03.915" v="487" actId="478"/>
          <ac:spMkLst>
            <pc:docMk/>
            <pc:sldMk cId="253447033" sldId="1526"/>
            <ac:spMk id="4" creationId="{8B89C89A-0F27-B037-3FD4-834C7BAE5FFA}"/>
          </ac:spMkLst>
        </pc:spChg>
        <pc:spChg chg="add mod">
          <ac:chgData name="bhagyashree sahoo" userId="31d8479cd71eda56" providerId="LiveId" clId="{AE22AFC7-F0C8-4F9D-90E0-BC9006D920F8}" dt="2026-09-21T09:56:08.445" v="489" actId="1076"/>
          <ac:spMkLst>
            <pc:docMk/>
            <pc:sldMk cId="253447033" sldId="1526"/>
            <ac:spMk id="6" creationId="{0577C1E2-0F53-33B0-A9B3-2B7B39CCEA45}"/>
          </ac:spMkLst>
        </pc:spChg>
        <pc:spChg chg="add mod">
          <ac:chgData name="bhagyashree sahoo" userId="31d8479cd71eda56" providerId="LiveId" clId="{AE22AFC7-F0C8-4F9D-90E0-BC9006D920F8}" dt="2026-09-21T09:56:18.827" v="491" actId="1076"/>
          <ac:spMkLst>
            <pc:docMk/>
            <pc:sldMk cId="253447033" sldId="1526"/>
            <ac:spMk id="8" creationId="{EC591E93-05F6-349E-1EE4-8CB0D9A81301}"/>
          </ac:spMkLst>
        </pc:spChg>
        <pc:spChg chg="add mod">
          <ac:chgData name="bhagyashree sahoo" userId="31d8479cd71eda56" providerId="LiveId" clId="{AE22AFC7-F0C8-4F9D-90E0-BC9006D920F8}" dt="2026-09-21T09:56:33.359" v="493" actId="1076"/>
          <ac:spMkLst>
            <pc:docMk/>
            <pc:sldMk cId="253447033" sldId="1526"/>
            <ac:spMk id="10" creationId="{32A8E644-F4E3-233C-659E-34A6C6AF642A}"/>
          </ac:spMkLst>
        </pc:spChg>
        <pc:spChg chg="add">
          <ac:chgData name="bhagyashree sahoo" userId="31d8479cd71eda56" providerId="LiveId" clId="{AE22AFC7-F0C8-4F9D-90E0-BC9006D920F8}" dt="2026-09-21T09:56:41.316" v="494" actId="22"/>
          <ac:spMkLst>
            <pc:docMk/>
            <pc:sldMk cId="253447033" sldId="1526"/>
            <ac:spMk id="12" creationId="{33D70FED-E64C-E91D-9B91-2F4C84478DC7}"/>
          </ac:spMkLst>
        </pc:spChg>
        <pc:spChg chg="add mod">
          <ac:chgData name="bhagyashree sahoo" userId="31d8479cd71eda56" providerId="LiveId" clId="{AE22AFC7-F0C8-4F9D-90E0-BC9006D920F8}" dt="2026-09-21T09:56:57.126" v="496" actId="1076"/>
          <ac:spMkLst>
            <pc:docMk/>
            <pc:sldMk cId="253447033" sldId="1526"/>
            <ac:spMk id="14" creationId="{335426F3-0DF7-8819-F8E4-240738BD1713}"/>
          </ac:spMkLst>
        </pc:spChg>
        <pc:spChg chg="add mod">
          <ac:chgData name="bhagyashree sahoo" userId="31d8479cd71eda56" providerId="LiveId" clId="{AE22AFC7-F0C8-4F9D-90E0-BC9006D920F8}" dt="2026-09-21T09:58:38.139" v="516" actId="1076"/>
          <ac:spMkLst>
            <pc:docMk/>
            <pc:sldMk cId="253447033" sldId="1526"/>
            <ac:spMk id="16" creationId="{4C1C140B-6409-7F9E-7189-3619A81A743A}"/>
          </ac:spMkLst>
        </pc:spChg>
        <pc:spChg chg="add">
          <ac:chgData name="bhagyashree sahoo" userId="31d8479cd71eda56" providerId="LiveId" clId="{AE22AFC7-F0C8-4F9D-90E0-BC9006D920F8}" dt="2026-09-21T09:57:12.715" v="499" actId="22"/>
          <ac:spMkLst>
            <pc:docMk/>
            <pc:sldMk cId="253447033" sldId="1526"/>
            <ac:spMk id="18" creationId="{921E597E-1821-F07D-3DAD-456397ABDC57}"/>
          </ac:spMkLst>
        </pc:spChg>
        <pc:spChg chg="add mod">
          <ac:chgData name="bhagyashree sahoo" userId="31d8479cd71eda56" providerId="LiveId" clId="{AE22AFC7-F0C8-4F9D-90E0-BC9006D920F8}" dt="2026-09-21T09:57:23.119" v="501" actId="1076"/>
          <ac:spMkLst>
            <pc:docMk/>
            <pc:sldMk cId="253447033" sldId="1526"/>
            <ac:spMk id="20" creationId="{848066C5-0DCA-BCAE-FD9B-21BE53646808}"/>
          </ac:spMkLst>
        </pc:spChg>
        <pc:spChg chg="add mod">
          <ac:chgData name="bhagyashree sahoo" userId="31d8479cd71eda56" providerId="LiveId" clId="{AE22AFC7-F0C8-4F9D-90E0-BC9006D920F8}" dt="2026-09-21T09:58:23.926" v="513" actId="1076"/>
          <ac:spMkLst>
            <pc:docMk/>
            <pc:sldMk cId="253447033" sldId="1526"/>
            <ac:spMk id="29" creationId="{12704E33-5EFE-43B7-0A8B-F1C2B55D1FEC}"/>
          </ac:spMkLst>
        </pc:spChg>
        <pc:spChg chg="add mod">
          <ac:chgData name="bhagyashree sahoo" userId="31d8479cd71eda56" providerId="LiveId" clId="{AE22AFC7-F0C8-4F9D-90E0-BC9006D920F8}" dt="2026-09-21T09:58:55.481" v="520" actId="1076"/>
          <ac:spMkLst>
            <pc:docMk/>
            <pc:sldMk cId="253447033" sldId="1526"/>
            <ac:spMk id="33" creationId="{C782350C-726E-F565-643B-382B108B5D75}"/>
          </ac:spMkLst>
        </pc:spChg>
        <pc:spChg chg="add mod">
          <ac:chgData name="bhagyashree sahoo" userId="31d8479cd71eda56" providerId="LiveId" clId="{AE22AFC7-F0C8-4F9D-90E0-BC9006D920F8}" dt="2026-09-21T09:59:13.515" v="523" actId="1076"/>
          <ac:spMkLst>
            <pc:docMk/>
            <pc:sldMk cId="253447033" sldId="1526"/>
            <ac:spMk id="36" creationId="{1F540D62-30EC-8AA5-170E-5D6C99A417AA}"/>
          </ac:spMkLst>
        </pc:spChg>
        <pc:cxnChg chg="add mod">
          <ac:chgData name="bhagyashree sahoo" userId="31d8479cd71eda56" providerId="LiveId" clId="{AE22AFC7-F0C8-4F9D-90E0-BC9006D920F8}" dt="2026-09-21T09:57:46.497" v="506" actId="14100"/>
          <ac:cxnSpMkLst>
            <pc:docMk/>
            <pc:sldMk cId="253447033" sldId="1526"/>
            <ac:cxnSpMk id="21" creationId="{B895B562-DBC6-80AB-26A7-B0132F40993E}"/>
          </ac:cxnSpMkLst>
        </pc:cxnChg>
        <pc:cxnChg chg="add mod">
          <ac:chgData name="bhagyashree sahoo" userId="31d8479cd71eda56" providerId="LiveId" clId="{AE22AFC7-F0C8-4F9D-90E0-BC9006D920F8}" dt="2026-09-21T09:58:04.710" v="510" actId="14100"/>
          <ac:cxnSpMkLst>
            <pc:docMk/>
            <pc:sldMk cId="253447033" sldId="1526"/>
            <ac:cxnSpMk id="25" creationId="{0922FF12-AB8A-FBDE-79A3-4E057C5E752E}"/>
          </ac:cxnSpMkLst>
        </pc:cxnChg>
        <pc:cxnChg chg="add mod">
          <ac:chgData name="bhagyashree sahoo" userId="31d8479cd71eda56" providerId="LiveId" clId="{AE22AFC7-F0C8-4F9D-90E0-BC9006D920F8}" dt="2026-09-21T09:58:35.393" v="515" actId="14100"/>
          <ac:cxnSpMkLst>
            <pc:docMk/>
            <pc:sldMk cId="253447033" sldId="1526"/>
            <ac:cxnSpMk id="30" creationId="{23A010DC-04FF-35CC-D026-C8DEE6697675}"/>
          </ac:cxnSpMkLst>
        </pc:cxnChg>
        <pc:cxnChg chg="add mod">
          <ac:chgData name="bhagyashree sahoo" userId="31d8479cd71eda56" providerId="LiveId" clId="{AE22AFC7-F0C8-4F9D-90E0-BC9006D920F8}" dt="2026-09-21T09:59:01.731" v="521"/>
          <ac:cxnSpMkLst>
            <pc:docMk/>
            <pc:sldMk cId="253447033" sldId="1526"/>
            <ac:cxnSpMk id="34" creationId="{8AEC5368-DD08-4FEB-1F02-4348678C5CD5}"/>
          </ac:cxnSpMkLst>
        </pc:cxnChg>
      </pc:sldChg>
      <pc:sldChg chg="addSp delSp modSp mod">
        <pc:chgData name="bhagyashree sahoo" userId="31d8479cd71eda56" providerId="LiveId" clId="{AE22AFC7-F0C8-4F9D-90E0-BC9006D920F8}" dt="2026-09-21T10:06:35.692" v="597" actId="22"/>
        <pc:sldMkLst>
          <pc:docMk/>
          <pc:sldMk cId="3788823437" sldId="1527"/>
        </pc:sldMkLst>
        <pc:spChg chg="del mod">
          <ac:chgData name="bhagyashree sahoo" userId="31d8479cd71eda56" providerId="LiveId" clId="{AE22AFC7-F0C8-4F9D-90E0-BC9006D920F8}" dt="2026-09-21T10:04:36.915" v="571" actId="478"/>
          <ac:spMkLst>
            <pc:docMk/>
            <pc:sldMk cId="3788823437" sldId="1527"/>
            <ac:spMk id="2" creationId="{F14574F4-DFCE-6726-85C5-79AAD0462381}"/>
          </ac:spMkLst>
        </pc:spChg>
        <pc:spChg chg="del">
          <ac:chgData name="bhagyashree sahoo" userId="31d8479cd71eda56" providerId="LiveId" clId="{AE22AFC7-F0C8-4F9D-90E0-BC9006D920F8}" dt="2026-09-21T10:04:43.367" v="573" actId="478"/>
          <ac:spMkLst>
            <pc:docMk/>
            <pc:sldMk cId="3788823437" sldId="1527"/>
            <ac:spMk id="4" creationId="{ECA3DFCA-2A19-A630-6F8C-42CD1B8B31CC}"/>
          </ac:spMkLst>
        </pc:spChg>
        <pc:spChg chg="add del mod">
          <ac:chgData name="bhagyashree sahoo" userId="31d8479cd71eda56" providerId="LiveId" clId="{AE22AFC7-F0C8-4F9D-90E0-BC9006D920F8}" dt="2026-09-21T10:04:39.451" v="572" actId="478"/>
          <ac:spMkLst>
            <pc:docMk/>
            <pc:sldMk cId="3788823437" sldId="1527"/>
            <ac:spMk id="5" creationId="{60F36B68-F662-3FF9-3869-5BFFCD801DF2}"/>
          </ac:spMkLst>
        </pc:spChg>
        <pc:spChg chg="add mod">
          <ac:chgData name="bhagyashree sahoo" userId="31d8479cd71eda56" providerId="LiveId" clId="{AE22AFC7-F0C8-4F9D-90E0-BC9006D920F8}" dt="2026-09-21T10:04:51.667" v="575" actId="1076"/>
          <ac:spMkLst>
            <pc:docMk/>
            <pc:sldMk cId="3788823437" sldId="1527"/>
            <ac:spMk id="7" creationId="{4788C5FE-A496-9F4C-216A-928F88069055}"/>
          </ac:spMkLst>
        </pc:spChg>
        <pc:spChg chg="add mod">
          <ac:chgData name="bhagyashree sahoo" userId="31d8479cd71eda56" providerId="LiveId" clId="{AE22AFC7-F0C8-4F9D-90E0-BC9006D920F8}" dt="2026-09-21T10:04:59.391" v="577" actId="1076"/>
          <ac:spMkLst>
            <pc:docMk/>
            <pc:sldMk cId="3788823437" sldId="1527"/>
            <ac:spMk id="9" creationId="{70422D2D-EA3B-B6D0-CA7E-935452F861FC}"/>
          </ac:spMkLst>
        </pc:spChg>
        <pc:spChg chg="add mod">
          <ac:chgData name="bhagyashree sahoo" userId="31d8479cd71eda56" providerId="LiveId" clId="{AE22AFC7-F0C8-4F9D-90E0-BC9006D920F8}" dt="2026-09-21T10:05:16.478" v="580" actId="1076"/>
          <ac:spMkLst>
            <pc:docMk/>
            <pc:sldMk cId="3788823437" sldId="1527"/>
            <ac:spMk id="11" creationId="{CA741D88-DD5E-A876-DBC9-2D5F412AEB52}"/>
          </ac:spMkLst>
        </pc:spChg>
        <pc:spChg chg="add mod">
          <ac:chgData name="bhagyashree sahoo" userId="31d8479cd71eda56" providerId="LiveId" clId="{AE22AFC7-F0C8-4F9D-90E0-BC9006D920F8}" dt="2026-09-21T10:05:27.029" v="582" actId="1076"/>
          <ac:spMkLst>
            <pc:docMk/>
            <pc:sldMk cId="3788823437" sldId="1527"/>
            <ac:spMk id="13" creationId="{83CCE1AA-82B6-CD46-F0FD-D2890350BD20}"/>
          </ac:spMkLst>
        </pc:spChg>
        <pc:spChg chg="add mod">
          <ac:chgData name="bhagyashree sahoo" userId="31d8479cd71eda56" providerId="LiveId" clId="{AE22AFC7-F0C8-4F9D-90E0-BC9006D920F8}" dt="2026-09-21T10:06:01.920" v="589" actId="1076"/>
          <ac:spMkLst>
            <pc:docMk/>
            <pc:sldMk cId="3788823437" sldId="1527"/>
            <ac:spMk id="15" creationId="{2AF34ECB-BC99-04D5-EFC1-FF83A31973EF}"/>
          </ac:spMkLst>
        </pc:spChg>
        <pc:spChg chg="add mod">
          <ac:chgData name="bhagyashree sahoo" userId="31d8479cd71eda56" providerId="LiveId" clId="{AE22AFC7-F0C8-4F9D-90E0-BC9006D920F8}" dt="2026-09-21T10:06:03.621" v="590" actId="1076"/>
          <ac:spMkLst>
            <pc:docMk/>
            <pc:sldMk cId="3788823437" sldId="1527"/>
            <ac:spMk id="17" creationId="{08DD8B17-6230-6BB5-39A0-D8DA26D9764F}"/>
          </ac:spMkLst>
        </pc:spChg>
        <pc:spChg chg="add mod">
          <ac:chgData name="bhagyashree sahoo" userId="31d8479cd71eda56" providerId="LiveId" clId="{AE22AFC7-F0C8-4F9D-90E0-BC9006D920F8}" dt="2026-09-21T10:06:07.817" v="591" actId="1076"/>
          <ac:spMkLst>
            <pc:docMk/>
            <pc:sldMk cId="3788823437" sldId="1527"/>
            <ac:spMk id="19" creationId="{B7875A6C-1BA8-2971-20FB-B34A6AF2A112}"/>
          </ac:spMkLst>
        </pc:spChg>
        <pc:spChg chg="add mod">
          <ac:chgData name="bhagyashree sahoo" userId="31d8479cd71eda56" providerId="LiveId" clId="{AE22AFC7-F0C8-4F9D-90E0-BC9006D920F8}" dt="2026-09-21T10:06:11.185" v="592" actId="1076"/>
          <ac:spMkLst>
            <pc:docMk/>
            <pc:sldMk cId="3788823437" sldId="1527"/>
            <ac:spMk id="21" creationId="{D09750BC-0E91-CF4B-8B33-12CAE468420E}"/>
          </ac:spMkLst>
        </pc:spChg>
        <pc:spChg chg="add mod">
          <ac:chgData name="bhagyashree sahoo" userId="31d8479cd71eda56" providerId="LiveId" clId="{AE22AFC7-F0C8-4F9D-90E0-BC9006D920F8}" dt="2026-09-21T10:06:14.039" v="593" actId="1076"/>
          <ac:spMkLst>
            <pc:docMk/>
            <pc:sldMk cId="3788823437" sldId="1527"/>
            <ac:spMk id="23" creationId="{11E4C00B-F29A-12F5-3DF3-6760C216D201}"/>
          </ac:spMkLst>
        </pc:spChg>
        <pc:spChg chg="add mod">
          <ac:chgData name="bhagyashree sahoo" userId="31d8479cd71eda56" providerId="LiveId" clId="{AE22AFC7-F0C8-4F9D-90E0-BC9006D920F8}" dt="2026-09-21T10:06:16.652" v="594" actId="1076"/>
          <ac:spMkLst>
            <pc:docMk/>
            <pc:sldMk cId="3788823437" sldId="1527"/>
            <ac:spMk id="25" creationId="{17893544-127C-AFE2-F495-FEDB83F56803}"/>
          </ac:spMkLst>
        </pc:spChg>
        <pc:spChg chg="add">
          <ac:chgData name="bhagyashree sahoo" userId="31d8479cd71eda56" providerId="LiveId" clId="{AE22AFC7-F0C8-4F9D-90E0-BC9006D920F8}" dt="2026-09-21T10:06:22.878" v="595" actId="22"/>
          <ac:spMkLst>
            <pc:docMk/>
            <pc:sldMk cId="3788823437" sldId="1527"/>
            <ac:spMk id="27" creationId="{3B436165-9EB9-8339-97D2-A49BF140C070}"/>
          </ac:spMkLst>
        </pc:spChg>
        <pc:spChg chg="add">
          <ac:chgData name="bhagyashree sahoo" userId="31d8479cd71eda56" providerId="LiveId" clId="{AE22AFC7-F0C8-4F9D-90E0-BC9006D920F8}" dt="2026-09-21T10:06:29.419" v="596" actId="22"/>
          <ac:spMkLst>
            <pc:docMk/>
            <pc:sldMk cId="3788823437" sldId="1527"/>
            <ac:spMk id="29" creationId="{1F3DAC1F-1CFD-93F3-E571-E840C80D4F7C}"/>
          </ac:spMkLst>
        </pc:spChg>
        <pc:spChg chg="add">
          <ac:chgData name="bhagyashree sahoo" userId="31d8479cd71eda56" providerId="LiveId" clId="{AE22AFC7-F0C8-4F9D-90E0-BC9006D920F8}" dt="2026-09-21T10:06:35.692" v="597" actId="22"/>
          <ac:spMkLst>
            <pc:docMk/>
            <pc:sldMk cId="3788823437" sldId="1527"/>
            <ac:spMk id="31" creationId="{CAEEB136-270B-780D-F7CC-A2598179998B}"/>
          </ac:spMkLst>
        </pc:spChg>
      </pc:sldChg>
      <pc:sldChg chg="addSp delSp modSp mod">
        <pc:chgData name="bhagyashree sahoo" userId="31d8479cd71eda56" providerId="LiveId" clId="{AE22AFC7-F0C8-4F9D-90E0-BC9006D920F8}" dt="2026-09-21T10:10:59.785" v="616" actId="22"/>
        <pc:sldMkLst>
          <pc:docMk/>
          <pc:sldMk cId="1684334176" sldId="1528"/>
        </pc:sldMkLst>
        <pc:spChg chg="add">
          <ac:chgData name="bhagyashree sahoo" userId="31d8479cd71eda56" providerId="LiveId" clId="{AE22AFC7-F0C8-4F9D-90E0-BC9006D920F8}" dt="2026-09-21T10:07:48.229" v="600" actId="22"/>
          <ac:spMkLst>
            <pc:docMk/>
            <pc:sldMk cId="1684334176" sldId="1528"/>
            <ac:spMk id="3" creationId="{8914FD67-5042-9B42-FA7D-0471952135CF}"/>
          </ac:spMkLst>
        </pc:spChg>
        <pc:spChg chg="del mod">
          <ac:chgData name="bhagyashree sahoo" userId="31d8479cd71eda56" providerId="LiveId" clId="{AE22AFC7-F0C8-4F9D-90E0-BC9006D920F8}" dt="2026-09-21T10:07:33.589" v="598" actId="478"/>
          <ac:spMkLst>
            <pc:docMk/>
            <pc:sldMk cId="1684334176" sldId="1528"/>
            <ac:spMk id="4" creationId="{EAFEEB6E-1512-0225-5B9C-C86C77F1EC75}"/>
          </ac:spMkLst>
        </pc:spChg>
        <pc:spChg chg="del mod">
          <ac:chgData name="bhagyashree sahoo" userId="31d8479cd71eda56" providerId="LiveId" clId="{AE22AFC7-F0C8-4F9D-90E0-BC9006D920F8}" dt="2026-09-21T10:07:41.046" v="599" actId="478"/>
          <ac:spMkLst>
            <pc:docMk/>
            <pc:sldMk cId="1684334176" sldId="1528"/>
            <ac:spMk id="6" creationId="{39E3EA4C-9CD3-CD38-42F5-E6E6EB46CD11}"/>
          </ac:spMkLst>
        </pc:spChg>
        <pc:spChg chg="add">
          <ac:chgData name="bhagyashree sahoo" userId="31d8479cd71eda56" providerId="LiveId" clId="{AE22AFC7-F0C8-4F9D-90E0-BC9006D920F8}" dt="2026-09-21T10:08:00.571" v="601" actId="22"/>
          <ac:spMkLst>
            <pc:docMk/>
            <pc:sldMk cId="1684334176" sldId="1528"/>
            <ac:spMk id="7" creationId="{F90DBCC9-CD49-698B-C192-E0E5DDC9E92A}"/>
          </ac:spMkLst>
        </pc:spChg>
        <pc:spChg chg="add">
          <ac:chgData name="bhagyashree sahoo" userId="31d8479cd71eda56" providerId="LiveId" clId="{AE22AFC7-F0C8-4F9D-90E0-BC9006D920F8}" dt="2026-09-21T10:08:12.563" v="602" actId="22"/>
          <ac:spMkLst>
            <pc:docMk/>
            <pc:sldMk cId="1684334176" sldId="1528"/>
            <ac:spMk id="9" creationId="{174957D6-85A4-5B0B-23C2-61B2667D101A}"/>
          </ac:spMkLst>
        </pc:spChg>
        <pc:spChg chg="add">
          <ac:chgData name="bhagyashree sahoo" userId="31d8479cd71eda56" providerId="LiveId" clId="{AE22AFC7-F0C8-4F9D-90E0-BC9006D920F8}" dt="2026-09-21T10:08:24.329" v="603" actId="22"/>
          <ac:spMkLst>
            <pc:docMk/>
            <pc:sldMk cId="1684334176" sldId="1528"/>
            <ac:spMk id="11" creationId="{F9E4DAFE-C9C3-C551-C6DE-09DE967D351D}"/>
          </ac:spMkLst>
        </pc:spChg>
        <pc:spChg chg="add">
          <ac:chgData name="bhagyashree sahoo" userId="31d8479cd71eda56" providerId="LiveId" clId="{AE22AFC7-F0C8-4F9D-90E0-BC9006D920F8}" dt="2026-09-21T10:08:36.112" v="604" actId="22"/>
          <ac:spMkLst>
            <pc:docMk/>
            <pc:sldMk cId="1684334176" sldId="1528"/>
            <ac:spMk id="13" creationId="{0479F35C-48C1-3548-2133-28093A539B64}"/>
          </ac:spMkLst>
        </pc:spChg>
        <pc:spChg chg="add">
          <ac:chgData name="bhagyashree sahoo" userId="31d8479cd71eda56" providerId="LiveId" clId="{AE22AFC7-F0C8-4F9D-90E0-BC9006D920F8}" dt="2026-09-21T10:08:52.664" v="605" actId="22"/>
          <ac:spMkLst>
            <pc:docMk/>
            <pc:sldMk cId="1684334176" sldId="1528"/>
            <ac:spMk id="15" creationId="{44FD52B2-B731-8469-2D68-3B53269986D1}"/>
          </ac:spMkLst>
        </pc:spChg>
        <pc:spChg chg="add">
          <ac:chgData name="bhagyashree sahoo" userId="31d8479cd71eda56" providerId="LiveId" clId="{AE22AFC7-F0C8-4F9D-90E0-BC9006D920F8}" dt="2026-09-21T10:09:08.625" v="606" actId="22"/>
          <ac:spMkLst>
            <pc:docMk/>
            <pc:sldMk cId="1684334176" sldId="1528"/>
            <ac:spMk id="17" creationId="{62C7F583-02DD-190C-F047-54C4149EEBDF}"/>
          </ac:spMkLst>
        </pc:spChg>
        <pc:spChg chg="add">
          <ac:chgData name="bhagyashree sahoo" userId="31d8479cd71eda56" providerId="LiveId" clId="{AE22AFC7-F0C8-4F9D-90E0-BC9006D920F8}" dt="2026-09-21T10:09:18.101" v="607" actId="22"/>
          <ac:spMkLst>
            <pc:docMk/>
            <pc:sldMk cId="1684334176" sldId="1528"/>
            <ac:spMk id="19" creationId="{1E37ED6A-A2B6-DDCB-0062-842D7C91520F}"/>
          </ac:spMkLst>
        </pc:spChg>
        <pc:spChg chg="add">
          <ac:chgData name="bhagyashree sahoo" userId="31d8479cd71eda56" providerId="LiveId" clId="{AE22AFC7-F0C8-4F9D-90E0-BC9006D920F8}" dt="2026-09-21T10:09:28.408" v="608" actId="22"/>
          <ac:spMkLst>
            <pc:docMk/>
            <pc:sldMk cId="1684334176" sldId="1528"/>
            <ac:spMk id="21" creationId="{68A09573-87A9-78D2-FDE7-58B6927EBB1D}"/>
          </ac:spMkLst>
        </pc:spChg>
        <pc:spChg chg="add">
          <ac:chgData name="bhagyashree sahoo" userId="31d8479cd71eda56" providerId="LiveId" clId="{AE22AFC7-F0C8-4F9D-90E0-BC9006D920F8}" dt="2026-09-21T10:09:38.916" v="609" actId="22"/>
          <ac:spMkLst>
            <pc:docMk/>
            <pc:sldMk cId="1684334176" sldId="1528"/>
            <ac:spMk id="23" creationId="{A76D201D-761B-6A73-7053-8249E7553199}"/>
          </ac:spMkLst>
        </pc:spChg>
        <pc:spChg chg="add">
          <ac:chgData name="bhagyashree sahoo" userId="31d8479cd71eda56" providerId="LiveId" clId="{AE22AFC7-F0C8-4F9D-90E0-BC9006D920F8}" dt="2026-09-21T10:09:52.448" v="610" actId="22"/>
          <ac:spMkLst>
            <pc:docMk/>
            <pc:sldMk cId="1684334176" sldId="1528"/>
            <ac:spMk id="25" creationId="{D26B33A1-93D8-C960-21F7-21692D4B6697}"/>
          </ac:spMkLst>
        </pc:spChg>
        <pc:spChg chg="add">
          <ac:chgData name="bhagyashree sahoo" userId="31d8479cd71eda56" providerId="LiveId" clId="{AE22AFC7-F0C8-4F9D-90E0-BC9006D920F8}" dt="2026-09-21T10:10:02.935" v="611" actId="22"/>
          <ac:spMkLst>
            <pc:docMk/>
            <pc:sldMk cId="1684334176" sldId="1528"/>
            <ac:spMk id="27" creationId="{47035A83-793D-DD5E-ACB3-9372CD81D962}"/>
          </ac:spMkLst>
        </pc:spChg>
        <pc:spChg chg="add">
          <ac:chgData name="bhagyashree sahoo" userId="31d8479cd71eda56" providerId="LiveId" clId="{AE22AFC7-F0C8-4F9D-90E0-BC9006D920F8}" dt="2026-09-21T10:10:17.934" v="612" actId="22"/>
          <ac:spMkLst>
            <pc:docMk/>
            <pc:sldMk cId="1684334176" sldId="1528"/>
            <ac:spMk id="29" creationId="{26C9ED46-70F3-2F1F-9E63-D2C08ABD931A}"/>
          </ac:spMkLst>
        </pc:spChg>
        <pc:spChg chg="add">
          <ac:chgData name="bhagyashree sahoo" userId="31d8479cd71eda56" providerId="LiveId" clId="{AE22AFC7-F0C8-4F9D-90E0-BC9006D920F8}" dt="2026-09-21T10:10:29.297" v="613" actId="22"/>
          <ac:spMkLst>
            <pc:docMk/>
            <pc:sldMk cId="1684334176" sldId="1528"/>
            <ac:spMk id="31" creationId="{1EF257A9-FED5-D5AD-37DA-2B08E251D4EC}"/>
          </ac:spMkLst>
        </pc:spChg>
        <pc:spChg chg="add">
          <ac:chgData name="bhagyashree sahoo" userId="31d8479cd71eda56" providerId="LiveId" clId="{AE22AFC7-F0C8-4F9D-90E0-BC9006D920F8}" dt="2026-09-21T10:10:39.432" v="614" actId="22"/>
          <ac:spMkLst>
            <pc:docMk/>
            <pc:sldMk cId="1684334176" sldId="1528"/>
            <ac:spMk id="33" creationId="{5314DAF4-3EC9-7254-4D8A-0972EC9485A2}"/>
          </ac:spMkLst>
        </pc:spChg>
        <pc:spChg chg="add">
          <ac:chgData name="bhagyashree sahoo" userId="31d8479cd71eda56" providerId="LiveId" clId="{AE22AFC7-F0C8-4F9D-90E0-BC9006D920F8}" dt="2026-09-21T10:10:49.472" v="615" actId="22"/>
          <ac:spMkLst>
            <pc:docMk/>
            <pc:sldMk cId="1684334176" sldId="1528"/>
            <ac:spMk id="35" creationId="{666ADFD8-3CB4-0952-F872-5082F0CFADE9}"/>
          </ac:spMkLst>
        </pc:spChg>
        <pc:spChg chg="add">
          <ac:chgData name="bhagyashree sahoo" userId="31d8479cd71eda56" providerId="LiveId" clId="{AE22AFC7-F0C8-4F9D-90E0-BC9006D920F8}" dt="2026-09-21T10:10:59.785" v="616" actId="22"/>
          <ac:spMkLst>
            <pc:docMk/>
            <pc:sldMk cId="1684334176" sldId="1528"/>
            <ac:spMk id="37" creationId="{0FC975BF-429C-DA84-32FB-91876E2C4FE9}"/>
          </ac:spMkLst>
        </pc:spChg>
      </pc:sldChg>
      <pc:sldChg chg="addSp delSp modSp mod">
        <pc:chgData name="bhagyashree sahoo" userId="31d8479cd71eda56" providerId="LiveId" clId="{AE22AFC7-F0C8-4F9D-90E0-BC9006D920F8}" dt="2026-09-21T10:13:35.365" v="633" actId="1076"/>
        <pc:sldMkLst>
          <pc:docMk/>
          <pc:sldMk cId="1683908103" sldId="1529"/>
        </pc:sldMkLst>
        <pc:spChg chg="del mod">
          <ac:chgData name="bhagyashree sahoo" userId="31d8479cd71eda56" providerId="LiveId" clId="{AE22AFC7-F0C8-4F9D-90E0-BC9006D920F8}" dt="2026-09-21T10:11:53.206" v="618" actId="478"/>
          <ac:spMkLst>
            <pc:docMk/>
            <pc:sldMk cId="1683908103" sldId="1529"/>
            <ac:spMk id="2" creationId="{0C739593-A5FD-B6AD-16BA-4EEBFB8AA545}"/>
          </ac:spMkLst>
        </pc:spChg>
        <pc:spChg chg="del mod">
          <ac:chgData name="bhagyashree sahoo" userId="31d8479cd71eda56" providerId="LiveId" clId="{AE22AFC7-F0C8-4F9D-90E0-BC9006D920F8}" dt="2026-09-21T10:11:48.513" v="617" actId="478"/>
          <ac:spMkLst>
            <pc:docMk/>
            <pc:sldMk cId="1683908103" sldId="1529"/>
            <ac:spMk id="4" creationId="{33C365B1-4A17-1E2D-C613-85E617C7A4C5}"/>
          </ac:spMkLst>
        </pc:spChg>
        <pc:spChg chg="add del mod">
          <ac:chgData name="bhagyashree sahoo" userId="31d8479cd71eda56" providerId="LiveId" clId="{AE22AFC7-F0C8-4F9D-90E0-BC9006D920F8}" dt="2026-09-21T10:11:59.435" v="619" actId="478"/>
          <ac:spMkLst>
            <pc:docMk/>
            <pc:sldMk cId="1683908103" sldId="1529"/>
            <ac:spMk id="5" creationId="{F2AFCF78-9A7B-0A34-A3C3-06187E0B38B3}"/>
          </ac:spMkLst>
        </pc:spChg>
        <pc:spChg chg="add mod">
          <ac:chgData name="bhagyashree sahoo" userId="31d8479cd71eda56" providerId="LiveId" clId="{AE22AFC7-F0C8-4F9D-90E0-BC9006D920F8}" dt="2026-09-21T10:12:08.690" v="621" actId="1076"/>
          <ac:spMkLst>
            <pc:docMk/>
            <pc:sldMk cId="1683908103" sldId="1529"/>
            <ac:spMk id="7" creationId="{CB1FDECF-DC82-CE5A-6348-B2237784874E}"/>
          </ac:spMkLst>
        </pc:spChg>
        <pc:spChg chg="add mod">
          <ac:chgData name="bhagyashree sahoo" userId="31d8479cd71eda56" providerId="LiveId" clId="{AE22AFC7-F0C8-4F9D-90E0-BC9006D920F8}" dt="2026-09-21T10:12:20.910" v="623" actId="1076"/>
          <ac:spMkLst>
            <pc:docMk/>
            <pc:sldMk cId="1683908103" sldId="1529"/>
            <ac:spMk id="9" creationId="{26724D10-0450-07BC-8DA9-C9BD5D0CFDEF}"/>
          </ac:spMkLst>
        </pc:spChg>
        <pc:spChg chg="add">
          <ac:chgData name="bhagyashree sahoo" userId="31d8479cd71eda56" providerId="LiveId" clId="{AE22AFC7-F0C8-4F9D-90E0-BC9006D920F8}" dt="2026-09-21T10:12:28.843" v="624" actId="22"/>
          <ac:spMkLst>
            <pc:docMk/>
            <pc:sldMk cId="1683908103" sldId="1529"/>
            <ac:spMk id="11" creationId="{7D739B7C-58B6-391C-1E3A-C5B5CE56DC71}"/>
          </ac:spMkLst>
        </pc:spChg>
        <pc:spChg chg="add">
          <ac:chgData name="bhagyashree sahoo" userId="31d8479cd71eda56" providerId="LiveId" clId="{AE22AFC7-F0C8-4F9D-90E0-BC9006D920F8}" dt="2026-09-21T10:12:35.437" v="625" actId="22"/>
          <ac:spMkLst>
            <pc:docMk/>
            <pc:sldMk cId="1683908103" sldId="1529"/>
            <ac:spMk id="13" creationId="{24F143E1-B86D-25C1-3517-894DADC4D434}"/>
          </ac:spMkLst>
        </pc:spChg>
        <pc:spChg chg="add">
          <ac:chgData name="bhagyashree sahoo" userId="31d8479cd71eda56" providerId="LiveId" clId="{AE22AFC7-F0C8-4F9D-90E0-BC9006D920F8}" dt="2026-09-21T10:12:41.995" v="626" actId="22"/>
          <ac:spMkLst>
            <pc:docMk/>
            <pc:sldMk cId="1683908103" sldId="1529"/>
            <ac:spMk id="15" creationId="{47796307-A8B1-B7AF-FFC4-57DF1B4D36EE}"/>
          </ac:spMkLst>
        </pc:spChg>
        <pc:spChg chg="add">
          <ac:chgData name="bhagyashree sahoo" userId="31d8479cd71eda56" providerId="LiveId" clId="{AE22AFC7-F0C8-4F9D-90E0-BC9006D920F8}" dt="2026-09-21T10:12:50.588" v="627" actId="22"/>
          <ac:spMkLst>
            <pc:docMk/>
            <pc:sldMk cId="1683908103" sldId="1529"/>
            <ac:spMk id="17" creationId="{E6E279CB-EC33-ADAE-4C1F-3F81386A1C19}"/>
          </ac:spMkLst>
        </pc:spChg>
        <pc:spChg chg="add">
          <ac:chgData name="bhagyashree sahoo" userId="31d8479cd71eda56" providerId="LiveId" clId="{AE22AFC7-F0C8-4F9D-90E0-BC9006D920F8}" dt="2026-09-21T10:13:08.982" v="628" actId="22"/>
          <ac:spMkLst>
            <pc:docMk/>
            <pc:sldMk cId="1683908103" sldId="1529"/>
            <ac:spMk id="19" creationId="{652FCA8D-4BE7-0718-B4F8-C0A2A8C9E069}"/>
          </ac:spMkLst>
        </pc:spChg>
        <pc:cxnChg chg="add mod">
          <ac:chgData name="bhagyashree sahoo" userId="31d8479cd71eda56" providerId="LiveId" clId="{AE22AFC7-F0C8-4F9D-90E0-BC9006D920F8}" dt="2026-09-21T10:13:19.805" v="629"/>
          <ac:cxnSpMkLst>
            <pc:docMk/>
            <pc:sldMk cId="1683908103" sldId="1529"/>
            <ac:cxnSpMk id="20" creationId="{837FE599-AD8E-19ED-7CF0-DE120ADF17D1}"/>
          </ac:cxnSpMkLst>
        </pc:cxnChg>
        <pc:cxnChg chg="add mod">
          <ac:chgData name="bhagyashree sahoo" userId="31d8479cd71eda56" providerId="LiveId" clId="{AE22AFC7-F0C8-4F9D-90E0-BC9006D920F8}" dt="2026-09-21T10:13:29.161" v="631" actId="1076"/>
          <ac:cxnSpMkLst>
            <pc:docMk/>
            <pc:sldMk cId="1683908103" sldId="1529"/>
            <ac:cxnSpMk id="21" creationId="{2617107B-2CCD-07F3-FB37-99007BBC93AF}"/>
          </ac:cxnSpMkLst>
        </pc:cxnChg>
        <pc:cxnChg chg="add mod">
          <ac:chgData name="bhagyashree sahoo" userId="31d8479cd71eda56" providerId="LiveId" clId="{AE22AFC7-F0C8-4F9D-90E0-BC9006D920F8}" dt="2026-09-21T10:13:35.365" v="633" actId="1076"/>
          <ac:cxnSpMkLst>
            <pc:docMk/>
            <pc:sldMk cId="1683908103" sldId="1529"/>
            <ac:cxnSpMk id="22" creationId="{BF878CC7-B43C-5E6A-113D-9806CD173E09}"/>
          </ac:cxnSpMkLst>
        </pc:cxnChg>
      </pc:sldChg>
      <pc:sldChg chg="addSp delSp modSp mod">
        <pc:chgData name="bhagyashree sahoo" userId="31d8479cd71eda56" providerId="LiveId" clId="{AE22AFC7-F0C8-4F9D-90E0-BC9006D920F8}" dt="2026-09-21T10:17:19.377" v="658" actId="22"/>
        <pc:sldMkLst>
          <pc:docMk/>
          <pc:sldMk cId="92462037" sldId="1530"/>
        </pc:sldMkLst>
        <pc:spChg chg="del mod">
          <ac:chgData name="bhagyashree sahoo" userId="31d8479cd71eda56" providerId="LiveId" clId="{AE22AFC7-F0C8-4F9D-90E0-BC9006D920F8}" dt="2026-09-21T10:13:41.092" v="634" actId="478"/>
          <ac:spMkLst>
            <pc:docMk/>
            <pc:sldMk cId="92462037" sldId="1530"/>
            <ac:spMk id="2" creationId="{BD28A506-0FAF-BF21-71BC-7FE22F692678}"/>
          </ac:spMkLst>
        </pc:spChg>
        <pc:spChg chg="add del mod">
          <ac:chgData name="bhagyashree sahoo" userId="31d8479cd71eda56" providerId="LiveId" clId="{AE22AFC7-F0C8-4F9D-90E0-BC9006D920F8}" dt="2026-09-21T10:13:56.881" v="637" actId="478"/>
          <ac:spMkLst>
            <pc:docMk/>
            <pc:sldMk cId="92462037" sldId="1530"/>
            <ac:spMk id="4" creationId="{F8E795E7-C9F9-2317-A6F6-445B1D45816C}"/>
          </ac:spMkLst>
        </pc:spChg>
        <pc:spChg chg="add del mod">
          <ac:chgData name="bhagyashree sahoo" userId="31d8479cd71eda56" providerId="LiveId" clId="{AE22AFC7-F0C8-4F9D-90E0-BC9006D920F8}" dt="2026-09-21T10:13:48.183" v="635" actId="478"/>
          <ac:spMkLst>
            <pc:docMk/>
            <pc:sldMk cId="92462037" sldId="1530"/>
            <ac:spMk id="5" creationId="{4E636F7E-4D47-3B77-6A4E-08DB04A8CB67}"/>
          </ac:spMkLst>
        </pc:spChg>
        <pc:spChg chg="del mod">
          <ac:chgData name="bhagyashree sahoo" userId="31d8479cd71eda56" providerId="LiveId" clId="{AE22AFC7-F0C8-4F9D-90E0-BC9006D920F8}" dt="2026-09-21T10:13:52.632" v="636" actId="478"/>
          <ac:spMkLst>
            <pc:docMk/>
            <pc:sldMk cId="92462037" sldId="1530"/>
            <ac:spMk id="6" creationId="{AE436757-659B-B870-603E-5F5CC4576BE5}"/>
          </ac:spMkLst>
        </pc:spChg>
        <pc:spChg chg="add">
          <ac:chgData name="bhagyashree sahoo" userId="31d8479cd71eda56" providerId="LiveId" clId="{AE22AFC7-F0C8-4F9D-90E0-BC9006D920F8}" dt="2026-09-21T10:14:08.507" v="638" actId="22"/>
          <ac:spMkLst>
            <pc:docMk/>
            <pc:sldMk cId="92462037" sldId="1530"/>
            <ac:spMk id="8" creationId="{39453D22-5ADC-6758-4693-565590CB07D8}"/>
          </ac:spMkLst>
        </pc:spChg>
        <pc:spChg chg="add mod">
          <ac:chgData name="bhagyashree sahoo" userId="31d8479cd71eda56" providerId="LiveId" clId="{AE22AFC7-F0C8-4F9D-90E0-BC9006D920F8}" dt="2026-09-21T10:14:24.179" v="640" actId="1076"/>
          <ac:spMkLst>
            <pc:docMk/>
            <pc:sldMk cId="92462037" sldId="1530"/>
            <ac:spMk id="10" creationId="{5CDCDB8A-ACFF-CE65-1D29-F0E912442410}"/>
          </ac:spMkLst>
        </pc:spChg>
        <pc:spChg chg="add mod">
          <ac:chgData name="bhagyashree sahoo" userId="31d8479cd71eda56" providerId="LiveId" clId="{AE22AFC7-F0C8-4F9D-90E0-BC9006D920F8}" dt="2026-09-21T10:14:35.991" v="642" actId="1076"/>
          <ac:spMkLst>
            <pc:docMk/>
            <pc:sldMk cId="92462037" sldId="1530"/>
            <ac:spMk id="12" creationId="{E3A2D6B6-E928-3958-69E0-0C1E6901AE50}"/>
          </ac:spMkLst>
        </pc:spChg>
        <pc:spChg chg="add">
          <ac:chgData name="bhagyashree sahoo" userId="31d8479cd71eda56" providerId="LiveId" clId="{AE22AFC7-F0C8-4F9D-90E0-BC9006D920F8}" dt="2026-09-21T10:14:46.476" v="643" actId="22"/>
          <ac:spMkLst>
            <pc:docMk/>
            <pc:sldMk cId="92462037" sldId="1530"/>
            <ac:spMk id="14" creationId="{7675C222-834C-8B65-D011-FBF46C4C4BD0}"/>
          </ac:spMkLst>
        </pc:spChg>
        <pc:spChg chg="add">
          <ac:chgData name="bhagyashree sahoo" userId="31d8479cd71eda56" providerId="LiveId" clId="{AE22AFC7-F0C8-4F9D-90E0-BC9006D920F8}" dt="2026-09-21T10:14:55.855" v="644" actId="22"/>
          <ac:spMkLst>
            <pc:docMk/>
            <pc:sldMk cId="92462037" sldId="1530"/>
            <ac:spMk id="16" creationId="{97828670-6EEA-5419-D8DC-935808E933B1}"/>
          </ac:spMkLst>
        </pc:spChg>
        <pc:spChg chg="add">
          <ac:chgData name="bhagyashree sahoo" userId="31d8479cd71eda56" providerId="LiveId" clId="{AE22AFC7-F0C8-4F9D-90E0-BC9006D920F8}" dt="2026-09-21T10:15:06.177" v="645" actId="22"/>
          <ac:spMkLst>
            <pc:docMk/>
            <pc:sldMk cId="92462037" sldId="1530"/>
            <ac:spMk id="18" creationId="{36CF4943-6C47-E7BB-F9E3-A5D6B0A26938}"/>
          </ac:spMkLst>
        </pc:spChg>
        <pc:spChg chg="add">
          <ac:chgData name="bhagyashree sahoo" userId="31d8479cd71eda56" providerId="LiveId" clId="{AE22AFC7-F0C8-4F9D-90E0-BC9006D920F8}" dt="2026-09-21T10:15:15.615" v="646" actId="22"/>
          <ac:spMkLst>
            <pc:docMk/>
            <pc:sldMk cId="92462037" sldId="1530"/>
            <ac:spMk id="20" creationId="{627C4BD9-05F0-BD69-802F-53C612151B63}"/>
          </ac:spMkLst>
        </pc:spChg>
        <pc:spChg chg="add">
          <ac:chgData name="bhagyashree sahoo" userId="31d8479cd71eda56" providerId="LiveId" clId="{AE22AFC7-F0C8-4F9D-90E0-BC9006D920F8}" dt="2026-09-21T10:15:26.831" v="647" actId="22"/>
          <ac:spMkLst>
            <pc:docMk/>
            <pc:sldMk cId="92462037" sldId="1530"/>
            <ac:spMk id="22" creationId="{88BAD24D-E5C0-E815-59A9-E222CD772DC5}"/>
          </ac:spMkLst>
        </pc:spChg>
        <pc:spChg chg="add">
          <ac:chgData name="bhagyashree sahoo" userId="31d8479cd71eda56" providerId="LiveId" clId="{AE22AFC7-F0C8-4F9D-90E0-BC9006D920F8}" dt="2026-09-21T10:15:38.834" v="648" actId="22"/>
          <ac:spMkLst>
            <pc:docMk/>
            <pc:sldMk cId="92462037" sldId="1530"/>
            <ac:spMk id="24" creationId="{5A32DA54-92BF-1253-D4D9-8C9D9CAFC1FE}"/>
          </ac:spMkLst>
        </pc:spChg>
        <pc:spChg chg="add">
          <ac:chgData name="bhagyashree sahoo" userId="31d8479cd71eda56" providerId="LiveId" clId="{AE22AFC7-F0C8-4F9D-90E0-BC9006D920F8}" dt="2026-09-21T10:15:50.748" v="649" actId="22"/>
          <ac:spMkLst>
            <pc:docMk/>
            <pc:sldMk cId="92462037" sldId="1530"/>
            <ac:spMk id="26" creationId="{BB73DFFB-E005-4F65-2676-94B7DB471B98}"/>
          </ac:spMkLst>
        </pc:spChg>
        <pc:spChg chg="add">
          <ac:chgData name="bhagyashree sahoo" userId="31d8479cd71eda56" providerId="LiveId" clId="{AE22AFC7-F0C8-4F9D-90E0-BC9006D920F8}" dt="2026-09-21T10:16:01.232" v="650" actId="22"/>
          <ac:spMkLst>
            <pc:docMk/>
            <pc:sldMk cId="92462037" sldId="1530"/>
            <ac:spMk id="28" creationId="{734BFE8A-8FBC-CF47-9789-2B84088BA9A3}"/>
          </ac:spMkLst>
        </pc:spChg>
        <pc:spChg chg="add">
          <ac:chgData name="bhagyashree sahoo" userId="31d8479cd71eda56" providerId="LiveId" clId="{AE22AFC7-F0C8-4F9D-90E0-BC9006D920F8}" dt="2026-09-21T10:16:13.392" v="651" actId="22"/>
          <ac:spMkLst>
            <pc:docMk/>
            <pc:sldMk cId="92462037" sldId="1530"/>
            <ac:spMk id="30" creationId="{4BDC1924-E9C7-BAFA-B17F-511C298B9C56}"/>
          </ac:spMkLst>
        </pc:spChg>
        <pc:spChg chg="add">
          <ac:chgData name="bhagyashree sahoo" userId="31d8479cd71eda56" providerId="LiveId" clId="{AE22AFC7-F0C8-4F9D-90E0-BC9006D920F8}" dt="2026-09-21T10:16:22.612" v="652" actId="22"/>
          <ac:spMkLst>
            <pc:docMk/>
            <pc:sldMk cId="92462037" sldId="1530"/>
            <ac:spMk id="32" creationId="{0F6FDB01-8A94-E413-F17E-305D67CAEEB6}"/>
          </ac:spMkLst>
        </pc:spChg>
        <pc:spChg chg="add">
          <ac:chgData name="bhagyashree sahoo" userId="31d8479cd71eda56" providerId="LiveId" clId="{AE22AFC7-F0C8-4F9D-90E0-BC9006D920F8}" dt="2026-09-21T10:16:31.142" v="653" actId="22"/>
          <ac:spMkLst>
            <pc:docMk/>
            <pc:sldMk cId="92462037" sldId="1530"/>
            <ac:spMk id="34" creationId="{B5FA715D-4757-BB0D-317F-17553DBB4920}"/>
          </ac:spMkLst>
        </pc:spChg>
        <pc:spChg chg="add">
          <ac:chgData name="bhagyashree sahoo" userId="31d8479cd71eda56" providerId="LiveId" clId="{AE22AFC7-F0C8-4F9D-90E0-BC9006D920F8}" dt="2026-09-21T10:16:42.064" v="654" actId="22"/>
          <ac:spMkLst>
            <pc:docMk/>
            <pc:sldMk cId="92462037" sldId="1530"/>
            <ac:spMk id="36" creationId="{0C4A6067-872D-06F0-C876-E7BA67BA176E}"/>
          </ac:spMkLst>
        </pc:spChg>
        <pc:spChg chg="add">
          <ac:chgData name="bhagyashree sahoo" userId="31d8479cd71eda56" providerId="LiveId" clId="{AE22AFC7-F0C8-4F9D-90E0-BC9006D920F8}" dt="2026-09-21T10:16:50.796" v="655" actId="22"/>
          <ac:spMkLst>
            <pc:docMk/>
            <pc:sldMk cId="92462037" sldId="1530"/>
            <ac:spMk id="38" creationId="{F2EA2366-F57B-D5EE-16D9-329FEEC6E22E}"/>
          </ac:spMkLst>
        </pc:spChg>
        <pc:spChg chg="add del">
          <ac:chgData name="bhagyashree sahoo" userId="31d8479cd71eda56" providerId="LiveId" clId="{AE22AFC7-F0C8-4F9D-90E0-BC9006D920F8}" dt="2026-09-21T10:17:07.840" v="657" actId="22"/>
          <ac:spMkLst>
            <pc:docMk/>
            <pc:sldMk cId="92462037" sldId="1530"/>
            <ac:spMk id="40" creationId="{60DE89C0-AAD2-4DC2-51D0-A41C78246409}"/>
          </ac:spMkLst>
        </pc:spChg>
        <pc:spChg chg="add">
          <ac:chgData name="bhagyashree sahoo" userId="31d8479cd71eda56" providerId="LiveId" clId="{AE22AFC7-F0C8-4F9D-90E0-BC9006D920F8}" dt="2026-09-21T10:17:19.377" v="658" actId="22"/>
          <ac:spMkLst>
            <pc:docMk/>
            <pc:sldMk cId="92462037" sldId="1530"/>
            <ac:spMk id="42" creationId="{283BCB27-F1A4-F70C-3ED9-7AD2AAC69F7A}"/>
          </ac:spMkLst>
        </pc:spChg>
      </pc:sldChg>
      <pc:sldChg chg="addSp delSp modSp new mod">
        <pc:chgData name="bhagyashree sahoo" userId="31d8479cd71eda56" providerId="LiveId" clId="{AE22AFC7-F0C8-4F9D-90E0-BC9006D920F8}" dt="2026-09-21T09:54:38.352" v="475" actId="255"/>
        <pc:sldMkLst>
          <pc:docMk/>
          <pc:sldMk cId="2100197668" sldId="1535"/>
        </pc:sldMkLst>
        <pc:spChg chg="del mod">
          <ac:chgData name="bhagyashree sahoo" userId="31d8479cd71eda56" providerId="LiveId" clId="{AE22AFC7-F0C8-4F9D-90E0-BC9006D920F8}" dt="2026-09-21T09:51:51.181" v="450" actId="478"/>
          <ac:spMkLst>
            <pc:docMk/>
            <pc:sldMk cId="2100197668" sldId="1535"/>
            <ac:spMk id="2" creationId="{79BAC712-46AB-5F11-A10A-18F336F828BA}"/>
          </ac:spMkLst>
        </pc:spChg>
        <pc:spChg chg="add del mod">
          <ac:chgData name="bhagyashree sahoo" userId="31d8479cd71eda56" providerId="LiveId" clId="{AE22AFC7-F0C8-4F9D-90E0-BC9006D920F8}" dt="2026-09-21T09:51:59.011" v="451" actId="478"/>
          <ac:spMkLst>
            <pc:docMk/>
            <pc:sldMk cId="2100197668" sldId="1535"/>
            <ac:spMk id="5" creationId="{78AE446B-567A-0EBB-8C9B-FBECAB91E9DA}"/>
          </ac:spMkLst>
        </pc:spChg>
        <pc:spChg chg="add del mod">
          <ac:chgData name="bhagyashree sahoo" userId="31d8479cd71eda56" providerId="LiveId" clId="{AE22AFC7-F0C8-4F9D-90E0-BC9006D920F8}" dt="2026-09-21T09:52:13.475" v="454" actId="478"/>
          <ac:spMkLst>
            <pc:docMk/>
            <pc:sldMk cId="2100197668" sldId="1535"/>
            <ac:spMk id="6" creationId="{7B02FA89-464D-A5A2-A472-35F6B24BA97B}"/>
          </ac:spMkLst>
        </pc:spChg>
        <pc:spChg chg="add mod">
          <ac:chgData name="bhagyashree sahoo" userId="31d8479cd71eda56" providerId="LiveId" clId="{AE22AFC7-F0C8-4F9D-90E0-BC9006D920F8}" dt="2026-09-21T09:52:05.775" v="453" actId="1076"/>
          <ac:spMkLst>
            <pc:docMk/>
            <pc:sldMk cId="2100197668" sldId="1535"/>
            <ac:spMk id="7" creationId="{869C0759-60F5-C59D-2A39-A053954557EB}"/>
          </ac:spMkLst>
        </pc:spChg>
        <pc:spChg chg="add mod">
          <ac:chgData name="bhagyashree sahoo" userId="31d8479cd71eda56" providerId="LiveId" clId="{AE22AFC7-F0C8-4F9D-90E0-BC9006D920F8}" dt="2026-09-21T09:52:30.750" v="457" actId="1076"/>
          <ac:spMkLst>
            <pc:docMk/>
            <pc:sldMk cId="2100197668" sldId="1535"/>
            <ac:spMk id="9" creationId="{7B1CEB57-2E60-9017-550A-A4DC6DA9866E}"/>
          </ac:spMkLst>
        </pc:spChg>
        <pc:spChg chg="add mod">
          <ac:chgData name="bhagyashree sahoo" userId="31d8479cd71eda56" providerId="LiveId" clId="{AE22AFC7-F0C8-4F9D-90E0-BC9006D920F8}" dt="2026-09-21T09:53:31.972" v="466" actId="20577"/>
          <ac:spMkLst>
            <pc:docMk/>
            <pc:sldMk cId="2100197668" sldId="1535"/>
            <ac:spMk id="11" creationId="{0E447CD0-0B52-17A0-41F5-53B378636F90}"/>
          </ac:spMkLst>
        </pc:spChg>
        <pc:spChg chg="add mod">
          <ac:chgData name="bhagyashree sahoo" userId="31d8479cd71eda56" providerId="LiveId" clId="{AE22AFC7-F0C8-4F9D-90E0-BC9006D920F8}" dt="2026-09-21T09:54:38.352" v="475" actId="255"/>
          <ac:spMkLst>
            <pc:docMk/>
            <pc:sldMk cId="2100197668" sldId="1535"/>
            <ac:spMk id="13" creationId="{EE8CAC36-7B5E-41A4-AAB8-70ECBF642720}"/>
          </ac:spMkLst>
        </pc:spChg>
        <pc:spChg chg="add mod">
          <ac:chgData name="bhagyashree sahoo" userId="31d8479cd71eda56" providerId="LiveId" clId="{AE22AFC7-F0C8-4F9D-90E0-BC9006D920F8}" dt="2026-09-21T09:54:03.536" v="471" actId="1076"/>
          <ac:spMkLst>
            <pc:docMk/>
            <pc:sldMk cId="2100197668" sldId="1535"/>
            <ac:spMk id="15" creationId="{273A4052-9018-3498-988E-001970F0BD6F}"/>
          </ac:spMkLst>
        </pc:spChg>
        <pc:spChg chg="add mod">
          <ac:chgData name="bhagyashree sahoo" userId="31d8479cd71eda56" providerId="LiveId" clId="{AE22AFC7-F0C8-4F9D-90E0-BC9006D920F8}" dt="2026-09-21T09:54:20.901" v="473" actId="1076"/>
          <ac:spMkLst>
            <pc:docMk/>
            <pc:sldMk cId="2100197668" sldId="1535"/>
            <ac:spMk id="17" creationId="{FC813384-4CA9-9D5A-0394-BA9BE11800AC}"/>
          </ac:spMkLst>
        </pc:spChg>
        <pc:graphicFrameChg chg="add del mod modGraphic">
          <ac:chgData name="bhagyashree sahoo" userId="31d8479cd71eda56" providerId="LiveId" clId="{AE22AFC7-F0C8-4F9D-90E0-BC9006D920F8}" dt="2026-09-21T09:52:16.482" v="455" actId="478"/>
          <ac:graphicFrameMkLst>
            <pc:docMk/>
            <pc:sldMk cId="2100197668" sldId="1535"/>
            <ac:graphicFrameMk id="4" creationId="{1134C1FD-AD70-11F2-3103-F60D376C5F93}"/>
          </ac:graphicFrameMkLst>
        </pc:graphicFrameChg>
        <pc:picChg chg="add mod">
          <ac:chgData name="bhagyashree sahoo" userId="31d8479cd71eda56" providerId="LiveId" clId="{AE22AFC7-F0C8-4F9D-90E0-BC9006D920F8}" dt="2026-09-21T09:52:39.310" v="459" actId="1076"/>
          <ac:picMkLst>
            <pc:docMk/>
            <pc:sldMk cId="2100197668" sldId="1535"/>
            <ac:picMk id="10" creationId="{3D62A879-6A06-BCFB-38FC-924395A3CE80}"/>
          </ac:picMkLst>
        </pc:picChg>
      </pc:sldChg>
      <pc:sldChg chg="addSp delSp modSp new mod">
        <pc:chgData name="bhagyashree sahoo" userId="31d8479cd71eda56" providerId="LiveId" clId="{AE22AFC7-F0C8-4F9D-90E0-BC9006D920F8}" dt="2026-09-21T09:55:44.901" v="485" actId="1076"/>
        <pc:sldMkLst>
          <pc:docMk/>
          <pc:sldMk cId="1809787995" sldId="1536"/>
        </pc:sldMkLst>
        <pc:spChg chg="del mod">
          <ac:chgData name="bhagyashree sahoo" userId="31d8479cd71eda56" providerId="LiveId" clId="{AE22AFC7-F0C8-4F9D-90E0-BC9006D920F8}" dt="2026-09-21T09:54:56.113" v="476" actId="478"/>
          <ac:spMkLst>
            <pc:docMk/>
            <pc:sldMk cId="1809787995" sldId="1536"/>
            <ac:spMk id="2" creationId="{94C58E5A-5AF7-813D-D8B8-3F58D0E9DC19}"/>
          </ac:spMkLst>
        </pc:spChg>
        <pc:spChg chg="add del mod">
          <ac:chgData name="bhagyashree sahoo" userId="31d8479cd71eda56" providerId="LiveId" clId="{AE22AFC7-F0C8-4F9D-90E0-BC9006D920F8}" dt="2026-09-21T09:55:02.149" v="478" actId="478"/>
          <ac:spMkLst>
            <pc:docMk/>
            <pc:sldMk cId="1809787995" sldId="1536"/>
            <ac:spMk id="4" creationId="{FFAE8DD3-D6AC-B1A4-2934-98A8FCD4CDF3}"/>
          </ac:spMkLst>
        </pc:spChg>
        <pc:spChg chg="add del mod">
          <ac:chgData name="bhagyashree sahoo" userId="31d8479cd71eda56" providerId="LiveId" clId="{AE22AFC7-F0C8-4F9D-90E0-BC9006D920F8}" dt="2026-09-21T09:54:58.770" v="477" actId="478"/>
          <ac:spMkLst>
            <pc:docMk/>
            <pc:sldMk cId="1809787995" sldId="1536"/>
            <ac:spMk id="6" creationId="{EC52622D-658B-AE83-406F-30EF506995C0}"/>
          </ac:spMkLst>
        </pc:spChg>
        <pc:spChg chg="add mod">
          <ac:chgData name="bhagyashree sahoo" userId="31d8479cd71eda56" providerId="LiveId" clId="{AE22AFC7-F0C8-4F9D-90E0-BC9006D920F8}" dt="2026-09-21T09:55:18.385" v="481" actId="1076"/>
          <ac:spMkLst>
            <pc:docMk/>
            <pc:sldMk cId="1809787995" sldId="1536"/>
            <ac:spMk id="8" creationId="{15588427-6806-0627-987E-E10E5F98AA2F}"/>
          </ac:spMkLst>
        </pc:spChg>
        <pc:spChg chg="add mod">
          <ac:chgData name="bhagyashree sahoo" userId="31d8479cd71eda56" providerId="LiveId" clId="{AE22AFC7-F0C8-4F9D-90E0-BC9006D920F8}" dt="2026-09-21T09:55:35.294" v="483" actId="1076"/>
          <ac:spMkLst>
            <pc:docMk/>
            <pc:sldMk cId="1809787995" sldId="1536"/>
            <ac:spMk id="10" creationId="{7BB4FE1F-9018-FE2E-1276-979706130F79}"/>
          </ac:spMkLst>
        </pc:spChg>
        <pc:graphicFrameChg chg="add del mod modGraphic">
          <ac:chgData name="bhagyashree sahoo" userId="31d8479cd71eda56" providerId="LiveId" clId="{AE22AFC7-F0C8-4F9D-90E0-BC9006D920F8}" dt="2026-09-21T09:55:04.793" v="479" actId="478"/>
          <ac:graphicFrameMkLst>
            <pc:docMk/>
            <pc:sldMk cId="1809787995" sldId="1536"/>
            <ac:graphicFrameMk id="5" creationId="{1533BE7A-662D-FCC5-F9CA-D87CBD94AB6B}"/>
          </ac:graphicFrameMkLst>
        </pc:graphicFrameChg>
        <pc:graphicFrameChg chg="add mod">
          <ac:chgData name="bhagyashree sahoo" userId="31d8479cd71eda56" providerId="LiveId" clId="{AE22AFC7-F0C8-4F9D-90E0-BC9006D920F8}" dt="2026-09-21T09:55:44.901" v="485" actId="1076"/>
          <ac:graphicFrameMkLst>
            <pc:docMk/>
            <pc:sldMk cId="1809787995" sldId="1536"/>
            <ac:graphicFrameMk id="12" creationId="{D18A8257-F86E-30D3-3506-E0FE120DE909}"/>
          </ac:graphicFrameMkLst>
        </pc:graphicFrameChg>
      </pc:sldChg>
      <pc:sldChg chg="addSp delSp modSp new mod">
        <pc:chgData name="bhagyashree sahoo" userId="31d8479cd71eda56" providerId="LiveId" clId="{AE22AFC7-F0C8-4F9D-90E0-BC9006D920F8}" dt="2026-09-21T10:04:03.665" v="570" actId="22"/>
        <pc:sldMkLst>
          <pc:docMk/>
          <pc:sldMk cId="3901890686" sldId="1537"/>
        </pc:sldMkLst>
        <pc:spChg chg="del mod">
          <ac:chgData name="bhagyashree sahoo" userId="31d8479cd71eda56" providerId="LiveId" clId="{AE22AFC7-F0C8-4F9D-90E0-BC9006D920F8}" dt="2026-09-21T09:59:29.746" v="524" actId="478"/>
          <ac:spMkLst>
            <pc:docMk/>
            <pc:sldMk cId="3901890686" sldId="1537"/>
            <ac:spMk id="2" creationId="{199D95AB-1E42-1CC3-B895-95F6EF65A3CC}"/>
          </ac:spMkLst>
        </pc:spChg>
        <pc:spChg chg="add del mod">
          <ac:chgData name="bhagyashree sahoo" userId="31d8479cd71eda56" providerId="LiveId" clId="{AE22AFC7-F0C8-4F9D-90E0-BC9006D920F8}" dt="2026-09-21T09:59:32.439" v="525" actId="478"/>
          <ac:spMkLst>
            <pc:docMk/>
            <pc:sldMk cId="3901890686" sldId="1537"/>
            <ac:spMk id="5" creationId="{DFF3B6DF-3332-0263-7DE9-D678134812FB}"/>
          </ac:spMkLst>
        </pc:spChg>
        <pc:spChg chg="add mod">
          <ac:chgData name="bhagyashree sahoo" userId="31d8479cd71eda56" providerId="LiveId" clId="{AE22AFC7-F0C8-4F9D-90E0-BC9006D920F8}" dt="2026-09-21T09:59:42.211" v="528" actId="1076"/>
          <ac:spMkLst>
            <pc:docMk/>
            <pc:sldMk cId="3901890686" sldId="1537"/>
            <ac:spMk id="7" creationId="{A79FFB08-12A8-6FFB-A881-A3E979103573}"/>
          </ac:spMkLst>
        </pc:spChg>
        <pc:spChg chg="add mod">
          <ac:chgData name="bhagyashree sahoo" userId="31d8479cd71eda56" providerId="LiveId" clId="{AE22AFC7-F0C8-4F9D-90E0-BC9006D920F8}" dt="2026-09-21T09:59:52.612" v="531" actId="1076"/>
          <ac:spMkLst>
            <pc:docMk/>
            <pc:sldMk cId="3901890686" sldId="1537"/>
            <ac:spMk id="9" creationId="{01590A24-CA75-DA25-4B13-748D0305B33F}"/>
          </ac:spMkLst>
        </pc:spChg>
        <pc:spChg chg="add">
          <ac:chgData name="bhagyashree sahoo" userId="31d8479cd71eda56" providerId="LiveId" clId="{AE22AFC7-F0C8-4F9D-90E0-BC9006D920F8}" dt="2026-09-21T10:00:02.120" v="532" actId="22"/>
          <ac:spMkLst>
            <pc:docMk/>
            <pc:sldMk cId="3901890686" sldId="1537"/>
            <ac:spMk id="11" creationId="{FE01F8AB-C1D6-09FC-0BC8-7A27921FD2CB}"/>
          </ac:spMkLst>
        </pc:spChg>
        <pc:spChg chg="add del">
          <ac:chgData name="bhagyashree sahoo" userId="31d8479cd71eda56" providerId="LiveId" clId="{AE22AFC7-F0C8-4F9D-90E0-BC9006D920F8}" dt="2026-09-21T10:00:15.005" v="534" actId="22"/>
          <ac:spMkLst>
            <pc:docMk/>
            <pc:sldMk cId="3901890686" sldId="1537"/>
            <ac:spMk id="13" creationId="{894636F3-D57A-94F8-35D7-6BA61FC82BB9}"/>
          </ac:spMkLst>
        </pc:spChg>
        <pc:spChg chg="add mod">
          <ac:chgData name="bhagyashree sahoo" userId="31d8479cd71eda56" providerId="LiveId" clId="{AE22AFC7-F0C8-4F9D-90E0-BC9006D920F8}" dt="2026-09-21T10:00:24.401" v="536" actId="1076"/>
          <ac:spMkLst>
            <pc:docMk/>
            <pc:sldMk cId="3901890686" sldId="1537"/>
            <ac:spMk id="15" creationId="{9ABC76FE-BE13-F770-73A6-EEFD527A46C6}"/>
          </ac:spMkLst>
        </pc:spChg>
        <pc:spChg chg="add">
          <ac:chgData name="bhagyashree sahoo" userId="31d8479cd71eda56" providerId="LiveId" clId="{AE22AFC7-F0C8-4F9D-90E0-BC9006D920F8}" dt="2026-09-21T10:00:35.090" v="537" actId="22"/>
          <ac:spMkLst>
            <pc:docMk/>
            <pc:sldMk cId="3901890686" sldId="1537"/>
            <ac:spMk id="17" creationId="{DAC0515C-6957-D3B3-F495-99134376B07B}"/>
          </ac:spMkLst>
        </pc:spChg>
        <pc:spChg chg="add del mod">
          <ac:chgData name="bhagyashree sahoo" userId="31d8479cd71eda56" providerId="LiveId" clId="{AE22AFC7-F0C8-4F9D-90E0-BC9006D920F8}" dt="2026-09-21T10:01:43.997" v="549" actId="478"/>
          <ac:spMkLst>
            <pc:docMk/>
            <pc:sldMk cId="3901890686" sldId="1537"/>
            <ac:spMk id="19" creationId="{CAEAF93C-4D14-8D73-08CB-CCA8EB0DCBB0}"/>
          </ac:spMkLst>
        </pc:spChg>
        <pc:spChg chg="add mod">
          <ac:chgData name="bhagyashree sahoo" userId="31d8479cd71eda56" providerId="LiveId" clId="{AE22AFC7-F0C8-4F9D-90E0-BC9006D920F8}" dt="2026-09-21T10:01:25.631" v="546" actId="14100"/>
          <ac:spMkLst>
            <pc:docMk/>
            <pc:sldMk cId="3901890686" sldId="1537"/>
            <ac:spMk id="21" creationId="{23BE3C80-52B8-FAB7-9A58-F729FBB38103}"/>
          </ac:spMkLst>
        </pc:spChg>
        <pc:spChg chg="add">
          <ac:chgData name="bhagyashree sahoo" userId="31d8479cd71eda56" providerId="LiveId" clId="{AE22AFC7-F0C8-4F9D-90E0-BC9006D920F8}" dt="2026-09-21T10:01:51.733" v="550" actId="22"/>
          <ac:spMkLst>
            <pc:docMk/>
            <pc:sldMk cId="3901890686" sldId="1537"/>
            <ac:spMk id="23" creationId="{CCF91B21-2394-CE1E-E7E4-9A3070232D69}"/>
          </ac:spMkLst>
        </pc:spChg>
        <pc:spChg chg="add mod">
          <ac:chgData name="bhagyashree sahoo" userId="31d8479cd71eda56" providerId="LiveId" clId="{AE22AFC7-F0C8-4F9D-90E0-BC9006D920F8}" dt="2026-09-21T10:02:03.927" v="552" actId="1076"/>
          <ac:spMkLst>
            <pc:docMk/>
            <pc:sldMk cId="3901890686" sldId="1537"/>
            <ac:spMk id="25" creationId="{98F89D40-4765-C0AD-8733-026C99AA8180}"/>
          </ac:spMkLst>
        </pc:spChg>
        <pc:spChg chg="add">
          <ac:chgData name="bhagyashree sahoo" userId="31d8479cd71eda56" providerId="LiveId" clId="{AE22AFC7-F0C8-4F9D-90E0-BC9006D920F8}" dt="2026-09-21T10:02:14.035" v="553" actId="22"/>
          <ac:spMkLst>
            <pc:docMk/>
            <pc:sldMk cId="3901890686" sldId="1537"/>
            <ac:spMk id="27" creationId="{04062962-2372-2CFC-659C-DA56FEC490C6}"/>
          </ac:spMkLst>
        </pc:spChg>
        <pc:spChg chg="add">
          <ac:chgData name="bhagyashree sahoo" userId="31d8479cd71eda56" providerId="LiveId" clId="{AE22AFC7-F0C8-4F9D-90E0-BC9006D920F8}" dt="2026-09-21T10:02:23.578" v="554" actId="22"/>
          <ac:spMkLst>
            <pc:docMk/>
            <pc:sldMk cId="3901890686" sldId="1537"/>
            <ac:spMk id="29" creationId="{F65E0077-5D67-8219-DF4E-70F3F9861711}"/>
          </ac:spMkLst>
        </pc:spChg>
        <pc:spChg chg="add">
          <ac:chgData name="bhagyashree sahoo" userId="31d8479cd71eda56" providerId="LiveId" clId="{AE22AFC7-F0C8-4F9D-90E0-BC9006D920F8}" dt="2026-09-21T10:02:33.678" v="555" actId="22"/>
          <ac:spMkLst>
            <pc:docMk/>
            <pc:sldMk cId="3901890686" sldId="1537"/>
            <ac:spMk id="31" creationId="{F7497823-6001-47D3-91A7-086F1A17467A}"/>
          </ac:spMkLst>
        </pc:spChg>
        <pc:spChg chg="add">
          <ac:chgData name="bhagyashree sahoo" userId="31d8479cd71eda56" providerId="LiveId" clId="{AE22AFC7-F0C8-4F9D-90E0-BC9006D920F8}" dt="2026-09-21T10:02:39.737" v="556" actId="22"/>
          <ac:spMkLst>
            <pc:docMk/>
            <pc:sldMk cId="3901890686" sldId="1537"/>
            <ac:spMk id="33" creationId="{BFE24F11-FEBB-EECD-FA1B-D6EBEC2350A9}"/>
          </ac:spMkLst>
        </pc:spChg>
        <pc:spChg chg="add">
          <ac:chgData name="bhagyashree sahoo" userId="31d8479cd71eda56" providerId="LiveId" clId="{AE22AFC7-F0C8-4F9D-90E0-BC9006D920F8}" dt="2026-09-21T10:02:48.408" v="557" actId="22"/>
          <ac:spMkLst>
            <pc:docMk/>
            <pc:sldMk cId="3901890686" sldId="1537"/>
            <ac:spMk id="35" creationId="{B0E41AF2-F8A9-3A57-1E94-6031A60E17B0}"/>
          </ac:spMkLst>
        </pc:spChg>
        <pc:spChg chg="add del">
          <ac:chgData name="bhagyashree sahoo" userId="31d8479cd71eda56" providerId="LiveId" clId="{AE22AFC7-F0C8-4F9D-90E0-BC9006D920F8}" dt="2026-09-21T10:02:55.559" v="559" actId="22"/>
          <ac:spMkLst>
            <pc:docMk/>
            <pc:sldMk cId="3901890686" sldId="1537"/>
            <ac:spMk id="37" creationId="{9DFEE187-9367-0082-AF5D-61C027A0BA21}"/>
          </ac:spMkLst>
        </pc:spChg>
        <pc:spChg chg="add">
          <ac:chgData name="bhagyashree sahoo" userId="31d8479cd71eda56" providerId="LiveId" clId="{AE22AFC7-F0C8-4F9D-90E0-BC9006D920F8}" dt="2026-09-21T10:03:00.928" v="560" actId="22"/>
          <ac:spMkLst>
            <pc:docMk/>
            <pc:sldMk cId="3901890686" sldId="1537"/>
            <ac:spMk id="39" creationId="{4631D0A1-D69C-B336-B670-E88B8B00A116}"/>
          </ac:spMkLst>
        </pc:spChg>
        <pc:spChg chg="add">
          <ac:chgData name="bhagyashree sahoo" userId="31d8479cd71eda56" providerId="LiveId" clId="{AE22AFC7-F0C8-4F9D-90E0-BC9006D920F8}" dt="2026-09-21T10:03:07.089" v="561" actId="22"/>
          <ac:spMkLst>
            <pc:docMk/>
            <pc:sldMk cId="3901890686" sldId="1537"/>
            <ac:spMk id="41" creationId="{512038A6-36E7-E973-3DC3-3873580C917A}"/>
          </ac:spMkLst>
        </pc:spChg>
        <pc:spChg chg="add">
          <ac:chgData name="bhagyashree sahoo" userId="31d8479cd71eda56" providerId="LiveId" clId="{AE22AFC7-F0C8-4F9D-90E0-BC9006D920F8}" dt="2026-09-21T10:03:16.239" v="562" actId="22"/>
          <ac:spMkLst>
            <pc:docMk/>
            <pc:sldMk cId="3901890686" sldId="1537"/>
            <ac:spMk id="43" creationId="{54DD9F42-BEC2-C907-787C-9C47762B3F3A}"/>
          </ac:spMkLst>
        </pc:spChg>
        <pc:spChg chg="add del">
          <ac:chgData name="bhagyashree sahoo" userId="31d8479cd71eda56" providerId="LiveId" clId="{AE22AFC7-F0C8-4F9D-90E0-BC9006D920F8}" dt="2026-09-21T10:03:24.592" v="564" actId="22"/>
          <ac:spMkLst>
            <pc:docMk/>
            <pc:sldMk cId="3901890686" sldId="1537"/>
            <ac:spMk id="45" creationId="{13C1A95D-C3DC-E4C9-BDFA-9134CED6C787}"/>
          </ac:spMkLst>
        </pc:spChg>
        <pc:spChg chg="add">
          <ac:chgData name="bhagyashree sahoo" userId="31d8479cd71eda56" providerId="LiveId" clId="{AE22AFC7-F0C8-4F9D-90E0-BC9006D920F8}" dt="2026-09-21T10:03:31.032" v="565" actId="22"/>
          <ac:spMkLst>
            <pc:docMk/>
            <pc:sldMk cId="3901890686" sldId="1537"/>
            <ac:spMk id="47" creationId="{6F62A8A9-9DB2-F44C-874C-2DECB02D2F6A}"/>
          </ac:spMkLst>
        </pc:spChg>
        <pc:spChg chg="add">
          <ac:chgData name="bhagyashree sahoo" userId="31d8479cd71eda56" providerId="LiveId" clId="{AE22AFC7-F0C8-4F9D-90E0-BC9006D920F8}" dt="2026-09-21T10:03:40.550" v="566" actId="22"/>
          <ac:spMkLst>
            <pc:docMk/>
            <pc:sldMk cId="3901890686" sldId="1537"/>
            <ac:spMk id="49" creationId="{0CCEE2A4-C506-EEA5-E702-C2BE4520C598}"/>
          </ac:spMkLst>
        </pc:spChg>
        <pc:spChg chg="add del">
          <ac:chgData name="bhagyashree sahoo" userId="31d8479cd71eda56" providerId="LiveId" clId="{AE22AFC7-F0C8-4F9D-90E0-BC9006D920F8}" dt="2026-09-21T10:03:51.286" v="568" actId="22"/>
          <ac:spMkLst>
            <pc:docMk/>
            <pc:sldMk cId="3901890686" sldId="1537"/>
            <ac:spMk id="51" creationId="{C9A2893A-50A1-C49F-673A-C5552340ACE4}"/>
          </ac:spMkLst>
        </pc:spChg>
        <pc:spChg chg="add">
          <ac:chgData name="bhagyashree sahoo" userId="31d8479cd71eda56" providerId="LiveId" clId="{AE22AFC7-F0C8-4F9D-90E0-BC9006D920F8}" dt="2026-09-21T10:03:57.190" v="569" actId="22"/>
          <ac:spMkLst>
            <pc:docMk/>
            <pc:sldMk cId="3901890686" sldId="1537"/>
            <ac:spMk id="53" creationId="{75101D51-AC8F-724D-E0C7-529F4D54DF70}"/>
          </ac:spMkLst>
        </pc:spChg>
        <pc:spChg chg="add">
          <ac:chgData name="bhagyashree sahoo" userId="31d8479cd71eda56" providerId="LiveId" clId="{AE22AFC7-F0C8-4F9D-90E0-BC9006D920F8}" dt="2026-09-21T10:04:03.665" v="570" actId="22"/>
          <ac:spMkLst>
            <pc:docMk/>
            <pc:sldMk cId="3901890686" sldId="1537"/>
            <ac:spMk id="55" creationId="{1DD9D492-50E3-F8A7-6029-E749FCE8B87B}"/>
          </ac:spMkLst>
        </pc:spChg>
        <pc:graphicFrameChg chg="add del mod modGraphic">
          <ac:chgData name="bhagyashree sahoo" userId="31d8479cd71eda56" providerId="LiveId" clId="{AE22AFC7-F0C8-4F9D-90E0-BC9006D920F8}" dt="2026-09-21T09:59:35.502" v="526" actId="478"/>
          <ac:graphicFrameMkLst>
            <pc:docMk/>
            <pc:sldMk cId="3901890686" sldId="1537"/>
            <ac:graphicFrameMk id="3" creationId="{81FCDE09-423A-65CB-D5EB-022C9575475E}"/>
          </ac:graphicFrameMkLst>
        </pc:graphicFrameChg>
      </pc:sldChg>
      <pc:sldChg chg="addSp delSp modSp new del mod">
        <pc:chgData name="bhagyashree sahoo" userId="31d8479cd71eda56" providerId="LiveId" clId="{AE22AFC7-F0C8-4F9D-90E0-BC9006D920F8}" dt="2026-09-21T10:50:42.890" v="943" actId="47"/>
        <pc:sldMkLst>
          <pc:docMk/>
          <pc:sldMk cId="1139360352" sldId="1538"/>
        </pc:sldMkLst>
      </pc:sldChg>
      <pc:sldChg chg="addSp delSp modSp new del mod">
        <pc:chgData name="bhagyashree sahoo" userId="31d8479cd71eda56" providerId="LiveId" clId="{AE22AFC7-F0C8-4F9D-90E0-BC9006D920F8}" dt="2026-09-21T10:50:43.842" v="944" actId="47"/>
        <pc:sldMkLst>
          <pc:docMk/>
          <pc:sldMk cId="1071392902" sldId="1539"/>
        </pc:sldMkLst>
      </pc:sldChg>
      <pc:sldChg chg="addSp delSp modSp new del mod">
        <pc:chgData name="bhagyashree sahoo" userId="31d8479cd71eda56" providerId="LiveId" clId="{AE22AFC7-F0C8-4F9D-90E0-BC9006D920F8}" dt="2026-09-21T10:50:44.632" v="945" actId="47"/>
        <pc:sldMkLst>
          <pc:docMk/>
          <pc:sldMk cId="2368593534" sldId="1540"/>
        </pc:sldMkLst>
      </pc:sldChg>
      <pc:sldChg chg="addSp delSp modSp new mod">
        <pc:chgData name="bhagyashree sahoo" userId="31d8479cd71eda56" providerId="LiveId" clId="{AE22AFC7-F0C8-4F9D-90E0-BC9006D920F8}" dt="2026-09-21T10:20:18.589" v="680" actId="1076"/>
        <pc:sldMkLst>
          <pc:docMk/>
          <pc:sldMk cId="1621979200" sldId="1541"/>
        </pc:sldMkLst>
        <pc:spChg chg="add">
          <ac:chgData name="bhagyashree sahoo" userId="31d8479cd71eda56" providerId="LiveId" clId="{AE22AFC7-F0C8-4F9D-90E0-BC9006D920F8}" dt="2026-09-21T10:18:11.018" v="660" actId="22"/>
          <ac:spMkLst>
            <pc:docMk/>
            <pc:sldMk cId="1621979200" sldId="1541"/>
            <ac:spMk id="3" creationId="{C582300C-808F-E141-7C61-963E801CE6CE}"/>
          </ac:spMkLst>
        </pc:spChg>
        <pc:spChg chg="add">
          <ac:chgData name="bhagyashree sahoo" userId="31d8479cd71eda56" providerId="LiveId" clId="{AE22AFC7-F0C8-4F9D-90E0-BC9006D920F8}" dt="2026-09-21T10:18:17.293" v="661" actId="22"/>
          <ac:spMkLst>
            <pc:docMk/>
            <pc:sldMk cId="1621979200" sldId="1541"/>
            <ac:spMk id="5" creationId="{64C4D0CD-44AF-B03D-7334-5C9F21587ED8}"/>
          </ac:spMkLst>
        </pc:spChg>
        <pc:spChg chg="add">
          <ac:chgData name="bhagyashree sahoo" userId="31d8479cd71eda56" providerId="LiveId" clId="{AE22AFC7-F0C8-4F9D-90E0-BC9006D920F8}" dt="2026-09-21T10:18:22.596" v="662" actId="22"/>
          <ac:spMkLst>
            <pc:docMk/>
            <pc:sldMk cId="1621979200" sldId="1541"/>
            <ac:spMk id="7" creationId="{19CF1E98-4D16-DD44-FE38-BFCF3CA48B40}"/>
          </ac:spMkLst>
        </pc:spChg>
        <pc:spChg chg="add">
          <ac:chgData name="bhagyashree sahoo" userId="31d8479cd71eda56" providerId="LiveId" clId="{AE22AFC7-F0C8-4F9D-90E0-BC9006D920F8}" dt="2026-09-21T10:18:30.374" v="663" actId="22"/>
          <ac:spMkLst>
            <pc:docMk/>
            <pc:sldMk cId="1621979200" sldId="1541"/>
            <ac:spMk id="9" creationId="{BDBE4171-2B85-F75C-E668-C968CC2ED7D6}"/>
          </ac:spMkLst>
        </pc:spChg>
        <pc:spChg chg="add del">
          <ac:chgData name="bhagyashree sahoo" userId="31d8479cd71eda56" providerId="LiveId" clId="{AE22AFC7-F0C8-4F9D-90E0-BC9006D920F8}" dt="2026-09-21T10:18:35.267" v="665" actId="22"/>
          <ac:spMkLst>
            <pc:docMk/>
            <pc:sldMk cId="1621979200" sldId="1541"/>
            <ac:spMk id="11" creationId="{BDCEF991-9C0E-5D56-3812-3994D942DDB8}"/>
          </ac:spMkLst>
        </pc:spChg>
        <pc:spChg chg="add">
          <ac:chgData name="bhagyashree sahoo" userId="31d8479cd71eda56" providerId="LiveId" clId="{AE22AFC7-F0C8-4F9D-90E0-BC9006D920F8}" dt="2026-09-21T10:18:41.070" v="666" actId="22"/>
          <ac:spMkLst>
            <pc:docMk/>
            <pc:sldMk cId="1621979200" sldId="1541"/>
            <ac:spMk id="13" creationId="{A2BADA36-6093-4010-96C8-0AE162D875C3}"/>
          </ac:spMkLst>
        </pc:spChg>
        <pc:spChg chg="add">
          <ac:chgData name="bhagyashree sahoo" userId="31d8479cd71eda56" providerId="LiveId" clId="{AE22AFC7-F0C8-4F9D-90E0-BC9006D920F8}" dt="2026-09-21T10:18:46.785" v="667" actId="22"/>
          <ac:spMkLst>
            <pc:docMk/>
            <pc:sldMk cId="1621979200" sldId="1541"/>
            <ac:spMk id="15" creationId="{8BE9B450-B406-C6C9-83BA-FC33271618F2}"/>
          </ac:spMkLst>
        </pc:spChg>
        <pc:spChg chg="add">
          <ac:chgData name="bhagyashree sahoo" userId="31d8479cd71eda56" providerId="LiveId" clId="{AE22AFC7-F0C8-4F9D-90E0-BC9006D920F8}" dt="2026-09-21T10:18:52.740" v="668" actId="22"/>
          <ac:spMkLst>
            <pc:docMk/>
            <pc:sldMk cId="1621979200" sldId="1541"/>
            <ac:spMk id="17" creationId="{95A5ACC9-1E05-BC5B-41EF-DEE9F2F44C9D}"/>
          </ac:spMkLst>
        </pc:spChg>
        <pc:spChg chg="add">
          <ac:chgData name="bhagyashree sahoo" userId="31d8479cd71eda56" providerId="LiveId" clId="{AE22AFC7-F0C8-4F9D-90E0-BC9006D920F8}" dt="2026-09-21T10:18:58.680" v="669" actId="22"/>
          <ac:spMkLst>
            <pc:docMk/>
            <pc:sldMk cId="1621979200" sldId="1541"/>
            <ac:spMk id="19" creationId="{0427E00F-6504-D373-C74E-B553A59B37B0}"/>
          </ac:spMkLst>
        </pc:spChg>
        <pc:spChg chg="add">
          <ac:chgData name="bhagyashree sahoo" userId="31d8479cd71eda56" providerId="LiveId" clId="{AE22AFC7-F0C8-4F9D-90E0-BC9006D920F8}" dt="2026-09-21T10:19:04.621" v="670" actId="22"/>
          <ac:spMkLst>
            <pc:docMk/>
            <pc:sldMk cId="1621979200" sldId="1541"/>
            <ac:spMk id="21" creationId="{2D273C70-C5E0-F257-1128-62AB02ED4C9B}"/>
          </ac:spMkLst>
        </pc:spChg>
        <pc:spChg chg="add">
          <ac:chgData name="bhagyashree sahoo" userId="31d8479cd71eda56" providerId="LiveId" clId="{AE22AFC7-F0C8-4F9D-90E0-BC9006D920F8}" dt="2026-09-21T10:19:12.327" v="671" actId="22"/>
          <ac:spMkLst>
            <pc:docMk/>
            <pc:sldMk cId="1621979200" sldId="1541"/>
            <ac:spMk id="23" creationId="{FD3DC799-61D6-09F6-6CE8-058E90879C08}"/>
          </ac:spMkLst>
        </pc:spChg>
        <pc:spChg chg="add">
          <ac:chgData name="bhagyashree sahoo" userId="31d8479cd71eda56" providerId="LiveId" clId="{AE22AFC7-F0C8-4F9D-90E0-BC9006D920F8}" dt="2026-09-21T10:19:17.269" v="672" actId="22"/>
          <ac:spMkLst>
            <pc:docMk/>
            <pc:sldMk cId="1621979200" sldId="1541"/>
            <ac:spMk id="25" creationId="{78783B43-FEB6-E5BA-74B9-8EF1870CEA59}"/>
          </ac:spMkLst>
        </pc:spChg>
        <pc:spChg chg="add">
          <ac:chgData name="bhagyashree sahoo" userId="31d8479cd71eda56" providerId="LiveId" clId="{AE22AFC7-F0C8-4F9D-90E0-BC9006D920F8}" dt="2026-09-21T10:19:41.634" v="673" actId="22"/>
          <ac:spMkLst>
            <pc:docMk/>
            <pc:sldMk cId="1621979200" sldId="1541"/>
            <ac:spMk id="27" creationId="{920C4100-D137-43AE-B2B2-D9C6CEAF8FE8}"/>
          </ac:spMkLst>
        </pc:spChg>
        <pc:spChg chg="add">
          <ac:chgData name="bhagyashree sahoo" userId="31d8479cd71eda56" providerId="LiveId" clId="{AE22AFC7-F0C8-4F9D-90E0-BC9006D920F8}" dt="2026-09-21T10:19:46.473" v="674" actId="22"/>
          <ac:spMkLst>
            <pc:docMk/>
            <pc:sldMk cId="1621979200" sldId="1541"/>
            <ac:spMk id="29" creationId="{C5FCD49E-8962-8C40-DFA6-329C60963E5D}"/>
          </ac:spMkLst>
        </pc:spChg>
        <pc:spChg chg="add">
          <ac:chgData name="bhagyashree sahoo" userId="31d8479cd71eda56" providerId="LiveId" clId="{AE22AFC7-F0C8-4F9D-90E0-BC9006D920F8}" dt="2026-09-21T10:19:50.895" v="675" actId="22"/>
          <ac:spMkLst>
            <pc:docMk/>
            <pc:sldMk cId="1621979200" sldId="1541"/>
            <ac:spMk id="31" creationId="{4DF7A13A-0418-743F-CDBD-9E0BDEA1B711}"/>
          </ac:spMkLst>
        </pc:spChg>
        <pc:spChg chg="add">
          <ac:chgData name="bhagyashree sahoo" userId="31d8479cd71eda56" providerId="LiveId" clId="{AE22AFC7-F0C8-4F9D-90E0-BC9006D920F8}" dt="2026-09-21T10:19:56.506" v="676" actId="22"/>
          <ac:spMkLst>
            <pc:docMk/>
            <pc:sldMk cId="1621979200" sldId="1541"/>
            <ac:spMk id="33" creationId="{C8536414-B353-AD43-1350-BDEEACFEF522}"/>
          </ac:spMkLst>
        </pc:spChg>
        <pc:spChg chg="add">
          <ac:chgData name="bhagyashree sahoo" userId="31d8479cd71eda56" providerId="LiveId" clId="{AE22AFC7-F0C8-4F9D-90E0-BC9006D920F8}" dt="2026-09-21T10:20:02.631" v="677" actId="22"/>
          <ac:spMkLst>
            <pc:docMk/>
            <pc:sldMk cId="1621979200" sldId="1541"/>
            <ac:spMk id="35" creationId="{BD5773C1-BCB2-8AE6-35EF-3965CAF2832C}"/>
          </ac:spMkLst>
        </pc:spChg>
        <pc:spChg chg="add">
          <ac:chgData name="bhagyashree sahoo" userId="31d8479cd71eda56" providerId="LiveId" clId="{AE22AFC7-F0C8-4F9D-90E0-BC9006D920F8}" dt="2026-09-21T10:20:10.662" v="678" actId="22"/>
          <ac:spMkLst>
            <pc:docMk/>
            <pc:sldMk cId="1621979200" sldId="1541"/>
            <ac:spMk id="37" creationId="{8D043B35-1247-B037-7171-E80A98C029BA}"/>
          </ac:spMkLst>
        </pc:spChg>
        <pc:spChg chg="add mod">
          <ac:chgData name="bhagyashree sahoo" userId="31d8479cd71eda56" providerId="LiveId" clId="{AE22AFC7-F0C8-4F9D-90E0-BC9006D920F8}" dt="2026-09-21T10:20:18.589" v="680" actId="1076"/>
          <ac:spMkLst>
            <pc:docMk/>
            <pc:sldMk cId="1621979200" sldId="1541"/>
            <ac:spMk id="39" creationId="{16DFDF58-2DEF-E9F6-6860-57FDDF2BC02E}"/>
          </ac:spMkLst>
        </pc:spChg>
      </pc:sldChg>
      <pc:sldChg chg="addSp delSp modSp new mod">
        <pc:chgData name="bhagyashree sahoo" userId="31d8479cd71eda56" providerId="LiveId" clId="{AE22AFC7-F0C8-4F9D-90E0-BC9006D920F8}" dt="2026-09-21T10:23:12.229" v="719" actId="1076"/>
        <pc:sldMkLst>
          <pc:docMk/>
          <pc:sldMk cId="1565303309" sldId="1542"/>
        </pc:sldMkLst>
        <pc:spChg chg="add">
          <ac:chgData name="bhagyashree sahoo" userId="31d8479cd71eda56" providerId="LiveId" clId="{AE22AFC7-F0C8-4F9D-90E0-BC9006D920F8}" dt="2026-09-21T10:20:30.551" v="682" actId="22"/>
          <ac:spMkLst>
            <pc:docMk/>
            <pc:sldMk cId="1565303309" sldId="1542"/>
            <ac:spMk id="3" creationId="{34FABA5E-9D92-7784-AB6F-308E88F61412}"/>
          </ac:spMkLst>
        </pc:spChg>
        <pc:spChg chg="add">
          <ac:chgData name="bhagyashree sahoo" userId="31d8479cd71eda56" providerId="LiveId" clId="{AE22AFC7-F0C8-4F9D-90E0-BC9006D920F8}" dt="2026-09-21T10:20:35.305" v="683" actId="22"/>
          <ac:spMkLst>
            <pc:docMk/>
            <pc:sldMk cId="1565303309" sldId="1542"/>
            <ac:spMk id="5" creationId="{4172D0A1-0F30-EB45-3AEB-50FDB3F17C99}"/>
          </ac:spMkLst>
        </pc:spChg>
        <pc:spChg chg="add">
          <ac:chgData name="bhagyashree sahoo" userId="31d8479cd71eda56" providerId="LiveId" clId="{AE22AFC7-F0C8-4F9D-90E0-BC9006D920F8}" dt="2026-09-21T10:20:40.196" v="684" actId="22"/>
          <ac:spMkLst>
            <pc:docMk/>
            <pc:sldMk cId="1565303309" sldId="1542"/>
            <ac:spMk id="7" creationId="{67948F6F-CB62-3850-62A6-16081521E34D}"/>
          </ac:spMkLst>
        </pc:spChg>
        <pc:spChg chg="add mod">
          <ac:chgData name="bhagyashree sahoo" userId="31d8479cd71eda56" providerId="LiveId" clId="{AE22AFC7-F0C8-4F9D-90E0-BC9006D920F8}" dt="2026-09-21T10:20:46.498" v="686" actId="1076"/>
          <ac:spMkLst>
            <pc:docMk/>
            <pc:sldMk cId="1565303309" sldId="1542"/>
            <ac:spMk id="9" creationId="{0F75B6E6-256A-2296-32C7-CD5A74426D90}"/>
          </ac:spMkLst>
        </pc:spChg>
        <pc:spChg chg="add mod">
          <ac:chgData name="bhagyashree sahoo" userId="31d8479cd71eda56" providerId="LiveId" clId="{AE22AFC7-F0C8-4F9D-90E0-BC9006D920F8}" dt="2026-09-21T10:20:51.361" v="688" actId="1076"/>
          <ac:spMkLst>
            <pc:docMk/>
            <pc:sldMk cId="1565303309" sldId="1542"/>
            <ac:spMk id="11" creationId="{96B4C3DD-29AD-D950-3369-65444565F6C6}"/>
          </ac:spMkLst>
        </pc:spChg>
        <pc:spChg chg="add mod">
          <ac:chgData name="bhagyashree sahoo" userId="31d8479cd71eda56" providerId="LiveId" clId="{AE22AFC7-F0C8-4F9D-90E0-BC9006D920F8}" dt="2026-09-21T10:20:56.927" v="690" actId="1076"/>
          <ac:spMkLst>
            <pc:docMk/>
            <pc:sldMk cId="1565303309" sldId="1542"/>
            <ac:spMk id="13" creationId="{5149E21C-89F0-F8E8-042B-1E718DF91076}"/>
          </ac:spMkLst>
        </pc:spChg>
        <pc:spChg chg="add mod">
          <ac:chgData name="bhagyashree sahoo" userId="31d8479cd71eda56" providerId="LiveId" clId="{AE22AFC7-F0C8-4F9D-90E0-BC9006D920F8}" dt="2026-09-21T10:21:08.722" v="695" actId="1076"/>
          <ac:spMkLst>
            <pc:docMk/>
            <pc:sldMk cId="1565303309" sldId="1542"/>
            <ac:spMk id="15" creationId="{0D6746B0-F348-253A-F7BD-8B64158F26E6}"/>
          </ac:spMkLst>
        </pc:spChg>
        <pc:spChg chg="add mod">
          <ac:chgData name="bhagyashree sahoo" userId="31d8479cd71eda56" providerId="LiveId" clId="{AE22AFC7-F0C8-4F9D-90E0-BC9006D920F8}" dt="2026-09-21T10:21:15.226" v="697" actId="1076"/>
          <ac:spMkLst>
            <pc:docMk/>
            <pc:sldMk cId="1565303309" sldId="1542"/>
            <ac:spMk id="17" creationId="{BE295468-7303-3E0D-8168-526746787A1E}"/>
          </ac:spMkLst>
        </pc:spChg>
        <pc:spChg chg="add">
          <ac:chgData name="bhagyashree sahoo" userId="31d8479cd71eda56" providerId="LiveId" clId="{AE22AFC7-F0C8-4F9D-90E0-BC9006D920F8}" dt="2026-09-21T10:21:25.637" v="698" actId="22"/>
          <ac:spMkLst>
            <pc:docMk/>
            <pc:sldMk cId="1565303309" sldId="1542"/>
            <ac:spMk id="19" creationId="{CFEC73B4-EF48-F2FD-F82B-8687576BDBC5}"/>
          </ac:spMkLst>
        </pc:spChg>
        <pc:spChg chg="add">
          <ac:chgData name="bhagyashree sahoo" userId="31d8479cd71eda56" providerId="LiveId" clId="{AE22AFC7-F0C8-4F9D-90E0-BC9006D920F8}" dt="2026-09-21T10:21:31.388" v="699" actId="22"/>
          <ac:spMkLst>
            <pc:docMk/>
            <pc:sldMk cId="1565303309" sldId="1542"/>
            <ac:spMk id="21" creationId="{AE70CF38-2EEF-9BF1-8D37-B9FF324C45EF}"/>
          </ac:spMkLst>
        </pc:spChg>
        <pc:spChg chg="add">
          <ac:chgData name="bhagyashree sahoo" userId="31d8479cd71eda56" providerId="LiveId" clId="{AE22AFC7-F0C8-4F9D-90E0-BC9006D920F8}" dt="2026-09-21T10:21:37.496" v="700" actId="22"/>
          <ac:spMkLst>
            <pc:docMk/>
            <pc:sldMk cId="1565303309" sldId="1542"/>
            <ac:spMk id="23" creationId="{48C9A398-FE3F-A9D8-45DD-81B852315226}"/>
          </ac:spMkLst>
        </pc:spChg>
        <pc:spChg chg="add mod">
          <ac:chgData name="bhagyashree sahoo" userId="31d8479cd71eda56" providerId="LiveId" clId="{AE22AFC7-F0C8-4F9D-90E0-BC9006D920F8}" dt="2026-09-21T10:21:59.894" v="704" actId="1076"/>
          <ac:spMkLst>
            <pc:docMk/>
            <pc:sldMk cId="1565303309" sldId="1542"/>
            <ac:spMk id="25" creationId="{0322C0A9-23C8-F8B9-141B-FD990BBE8CAC}"/>
          </ac:spMkLst>
        </pc:spChg>
        <pc:spChg chg="add mod">
          <ac:chgData name="bhagyashree sahoo" userId="31d8479cd71eda56" providerId="LiveId" clId="{AE22AFC7-F0C8-4F9D-90E0-BC9006D920F8}" dt="2026-09-21T10:21:55.106" v="703" actId="1076"/>
          <ac:spMkLst>
            <pc:docMk/>
            <pc:sldMk cId="1565303309" sldId="1542"/>
            <ac:spMk id="27" creationId="{F2EA868C-8C50-35AE-D767-B61BEB6B5072}"/>
          </ac:spMkLst>
        </pc:spChg>
        <pc:spChg chg="add mod">
          <ac:chgData name="bhagyashree sahoo" userId="31d8479cd71eda56" providerId="LiveId" clId="{AE22AFC7-F0C8-4F9D-90E0-BC9006D920F8}" dt="2026-09-21T10:22:10.939" v="706" actId="1076"/>
          <ac:spMkLst>
            <pc:docMk/>
            <pc:sldMk cId="1565303309" sldId="1542"/>
            <ac:spMk id="29" creationId="{BE52A0D1-01E0-1BCC-AC6E-F73E1348F606}"/>
          </ac:spMkLst>
        </pc:spChg>
        <pc:spChg chg="add del">
          <ac:chgData name="bhagyashree sahoo" userId="31d8479cd71eda56" providerId="LiveId" clId="{AE22AFC7-F0C8-4F9D-90E0-BC9006D920F8}" dt="2026-09-21T10:22:18.555" v="708" actId="22"/>
          <ac:spMkLst>
            <pc:docMk/>
            <pc:sldMk cId="1565303309" sldId="1542"/>
            <ac:spMk id="31" creationId="{C29D4DE1-EE2E-9D2D-7AF0-CD4B837A540E}"/>
          </ac:spMkLst>
        </pc:spChg>
        <pc:spChg chg="add">
          <ac:chgData name="bhagyashree sahoo" userId="31d8479cd71eda56" providerId="LiveId" clId="{AE22AFC7-F0C8-4F9D-90E0-BC9006D920F8}" dt="2026-09-21T10:22:22.753" v="709" actId="22"/>
          <ac:spMkLst>
            <pc:docMk/>
            <pc:sldMk cId="1565303309" sldId="1542"/>
            <ac:spMk id="33" creationId="{14353B96-0754-4A3D-7672-72A688D4D307}"/>
          </ac:spMkLst>
        </pc:spChg>
        <pc:spChg chg="add">
          <ac:chgData name="bhagyashree sahoo" userId="31d8479cd71eda56" providerId="LiveId" clId="{AE22AFC7-F0C8-4F9D-90E0-BC9006D920F8}" dt="2026-09-21T10:22:28.935" v="710" actId="22"/>
          <ac:spMkLst>
            <pc:docMk/>
            <pc:sldMk cId="1565303309" sldId="1542"/>
            <ac:spMk id="35" creationId="{D8EA1120-DD58-612D-5321-B04BDC55F9E1}"/>
          </ac:spMkLst>
        </pc:spChg>
        <pc:spChg chg="add">
          <ac:chgData name="bhagyashree sahoo" userId="31d8479cd71eda56" providerId="LiveId" clId="{AE22AFC7-F0C8-4F9D-90E0-BC9006D920F8}" dt="2026-09-21T10:22:34.894" v="711" actId="22"/>
          <ac:spMkLst>
            <pc:docMk/>
            <pc:sldMk cId="1565303309" sldId="1542"/>
            <ac:spMk id="37" creationId="{BDCFB541-ED5D-0E56-3FBB-143FEE91867A}"/>
          </ac:spMkLst>
        </pc:spChg>
        <pc:spChg chg="add mod">
          <ac:chgData name="bhagyashree sahoo" userId="31d8479cd71eda56" providerId="LiveId" clId="{AE22AFC7-F0C8-4F9D-90E0-BC9006D920F8}" dt="2026-09-21T10:23:02.195" v="717" actId="1076"/>
          <ac:spMkLst>
            <pc:docMk/>
            <pc:sldMk cId="1565303309" sldId="1542"/>
            <ac:spMk id="39" creationId="{E3AF9591-2949-58F6-56D2-2CCCD430629A}"/>
          </ac:spMkLst>
        </pc:spChg>
        <pc:spChg chg="add mod">
          <ac:chgData name="bhagyashree sahoo" userId="31d8479cd71eda56" providerId="LiveId" clId="{AE22AFC7-F0C8-4F9D-90E0-BC9006D920F8}" dt="2026-09-21T10:22:54.666" v="715" actId="1076"/>
          <ac:spMkLst>
            <pc:docMk/>
            <pc:sldMk cId="1565303309" sldId="1542"/>
            <ac:spMk id="41" creationId="{C64E8AE8-4218-4863-F548-7D5F4A5B6E2B}"/>
          </ac:spMkLst>
        </pc:spChg>
        <pc:spChg chg="add mod">
          <ac:chgData name="bhagyashree sahoo" userId="31d8479cd71eda56" providerId="LiveId" clId="{AE22AFC7-F0C8-4F9D-90E0-BC9006D920F8}" dt="2026-09-21T10:23:12.229" v="719" actId="1076"/>
          <ac:spMkLst>
            <pc:docMk/>
            <pc:sldMk cId="1565303309" sldId="1542"/>
            <ac:spMk id="43" creationId="{9C06BBBA-3E04-55DA-F9D0-92ED71C3A54B}"/>
          </ac:spMkLst>
        </pc:spChg>
      </pc:sldChg>
      <pc:sldChg chg="addSp modSp new mod">
        <pc:chgData name="bhagyashree sahoo" userId="31d8479cd71eda56" providerId="LiveId" clId="{AE22AFC7-F0C8-4F9D-90E0-BC9006D920F8}" dt="2026-09-21T10:24:45.956" v="740" actId="1076"/>
        <pc:sldMkLst>
          <pc:docMk/>
          <pc:sldMk cId="3839156687" sldId="1543"/>
        </pc:sldMkLst>
        <pc:spChg chg="add mod">
          <ac:chgData name="bhagyashree sahoo" userId="31d8479cd71eda56" providerId="LiveId" clId="{AE22AFC7-F0C8-4F9D-90E0-BC9006D920F8}" dt="2026-09-21T10:23:25.666" v="722" actId="1076"/>
          <ac:spMkLst>
            <pc:docMk/>
            <pc:sldMk cId="3839156687" sldId="1543"/>
            <ac:spMk id="3" creationId="{7705B3DA-F6F8-3FB1-314B-41E59DB8867B}"/>
          </ac:spMkLst>
        </pc:spChg>
        <pc:spChg chg="add mod">
          <ac:chgData name="bhagyashree sahoo" userId="31d8479cd71eda56" providerId="LiveId" clId="{AE22AFC7-F0C8-4F9D-90E0-BC9006D920F8}" dt="2026-09-21T10:23:32.762" v="724" actId="1076"/>
          <ac:spMkLst>
            <pc:docMk/>
            <pc:sldMk cId="3839156687" sldId="1543"/>
            <ac:spMk id="5" creationId="{08AEC24C-AD5E-E37C-CC49-1122B5182176}"/>
          </ac:spMkLst>
        </pc:spChg>
        <pc:spChg chg="add">
          <ac:chgData name="bhagyashree sahoo" userId="31d8479cd71eda56" providerId="LiveId" clId="{AE22AFC7-F0C8-4F9D-90E0-BC9006D920F8}" dt="2026-09-21T10:23:36.971" v="725" actId="22"/>
          <ac:spMkLst>
            <pc:docMk/>
            <pc:sldMk cId="3839156687" sldId="1543"/>
            <ac:spMk id="7" creationId="{86FD5F2F-DAF4-FEB6-77E1-33970EEC368E}"/>
          </ac:spMkLst>
        </pc:spChg>
        <pc:spChg chg="add">
          <ac:chgData name="bhagyashree sahoo" userId="31d8479cd71eda56" providerId="LiveId" clId="{AE22AFC7-F0C8-4F9D-90E0-BC9006D920F8}" dt="2026-09-21T10:23:41.244" v="726" actId="22"/>
          <ac:spMkLst>
            <pc:docMk/>
            <pc:sldMk cId="3839156687" sldId="1543"/>
            <ac:spMk id="9" creationId="{4BDE63D3-3F72-7D50-B732-7D5022530C30}"/>
          </ac:spMkLst>
        </pc:spChg>
        <pc:spChg chg="add">
          <ac:chgData name="bhagyashree sahoo" userId="31d8479cd71eda56" providerId="LiveId" clId="{AE22AFC7-F0C8-4F9D-90E0-BC9006D920F8}" dt="2026-09-21T10:23:44.762" v="727" actId="22"/>
          <ac:spMkLst>
            <pc:docMk/>
            <pc:sldMk cId="3839156687" sldId="1543"/>
            <ac:spMk id="11" creationId="{BC8CAF95-76B6-5458-F1C9-6CBF80A0A695}"/>
          </ac:spMkLst>
        </pc:spChg>
        <pc:spChg chg="add">
          <ac:chgData name="bhagyashree sahoo" userId="31d8479cd71eda56" providerId="LiveId" clId="{AE22AFC7-F0C8-4F9D-90E0-BC9006D920F8}" dt="2026-09-21T10:23:49.807" v="728" actId="22"/>
          <ac:spMkLst>
            <pc:docMk/>
            <pc:sldMk cId="3839156687" sldId="1543"/>
            <ac:spMk id="13" creationId="{CABD54E7-964F-1656-74DB-3C67A211E196}"/>
          </ac:spMkLst>
        </pc:spChg>
        <pc:spChg chg="add">
          <ac:chgData name="bhagyashree sahoo" userId="31d8479cd71eda56" providerId="LiveId" clId="{AE22AFC7-F0C8-4F9D-90E0-BC9006D920F8}" dt="2026-09-21T10:24:00.268" v="729" actId="22"/>
          <ac:spMkLst>
            <pc:docMk/>
            <pc:sldMk cId="3839156687" sldId="1543"/>
            <ac:spMk id="15" creationId="{590E61DB-6183-89BA-924E-03ACED31F1CC}"/>
          </ac:spMkLst>
        </pc:spChg>
        <pc:spChg chg="add mod">
          <ac:chgData name="bhagyashree sahoo" userId="31d8479cd71eda56" providerId="LiveId" clId="{AE22AFC7-F0C8-4F9D-90E0-BC9006D920F8}" dt="2026-09-21T10:24:04.644" v="731" actId="1076"/>
          <ac:spMkLst>
            <pc:docMk/>
            <pc:sldMk cId="3839156687" sldId="1543"/>
            <ac:spMk id="17" creationId="{9CEF37C6-48F9-4CAD-D9B0-0DAE6B9E65CD}"/>
          </ac:spMkLst>
        </pc:spChg>
        <pc:spChg chg="add">
          <ac:chgData name="bhagyashree sahoo" userId="31d8479cd71eda56" providerId="LiveId" clId="{AE22AFC7-F0C8-4F9D-90E0-BC9006D920F8}" dt="2026-09-21T10:24:10.209" v="732" actId="22"/>
          <ac:spMkLst>
            <pc:docMk/>
            <pc:sldMk cId="3839156687" sldId="1543"/>
            <ac:spMk id="19" creationId="{E396B7A0-E042-7519-21CE-889936657F0E}"/>
          </ac:spMkLst>
        </pc:spChg>
        <pc:spChg chg="add">
          <ac:chgData name="bhagyashree sahoo" userId="31d8479cd71eda56" providerId="LiveId" clId="{AE22AFC7-F0C8-4F9D-90E0-BC9006D920F8}" dt="2026-09-21T10:24:16.184" v="733" actId="22"/>
          <ac:spMkLst>
            <pc:docMk/>
            <pc:sldMk cId="3839156687" sldId="1543"/>
            <ac:spMk id="21" creationId="{FFD29BDE-47D7-34B4-9555-AB54E29EC835}"/>
          </ac:spMkLst>
        </pc:spChg>
        <pc:spChg chg="add">
          <ac:chgData name="bhagyashree sahoo" userId="31d8479cd71eda56" providerId="LiveId" clId="{AE22AFC7-F0C8-4F9D-90E0-BC9006D920F8}" dt="2026-09-21T10:24:21.914" v="734" actId="22"/>
          <ac:spMkLst>
            <pc:docMk/>
            <pc:sldMk cId="3839156687" sldId="1543"/>
            <ac:spMk id="23" creationId="{8250A727-5C8F-0A5F-9F4B-87E72825B6E2}"/>
          </ac:spMkLst>
        </pc:spChg>
        <pc:spChg chg="add">
          <ac:chgData name="bhagyashree sahoo" userId="31d8479cd71eda56" providerId="LiveId" clId="{AE22AFC7-F0C8-4F9D-90E0-BC9006D920F8}" dt="2026-09-21T10:24:27.019" v="735" actId="22"/>
          <ac:spMkLst>
            <pc:docMk/>
            <pc:sldMk cId="3839156687" sldId="1543"/>
            <ac:spMk id="25" creationId="{42E01382-41B9-16AD-4454-2260D24E56B2}"/>
          </ac:spMkLst>
        </pc:spChg>
        <pc:cxnChg chg="add mod">
          <ac:chgData name="bhagyashree sahoo" userId="31d8479cd71eda56" providerId="LiveId" clId="{AE22AFC7-F0C8-4F9D-90E0-BC9006D920F8}" dt="2026-09-21T10:24:35.965" v="736"/>
          <ac:cxnSpMkLst>
            <pc:docMk/>
            <pc:sldMk cId="3839156687" sldId="1543"/>
            <ac:cxnSpMk id="26" creationId="{DBBC39DD-370D-F0A4-81B6-F85516726EBA}"/>
          </ac:cxnSpMkLst>
        </pc:cxnChg>
        <pc:cxnChg chg="add mod">
          <ac:chgData name="bhagyashree sahoo" userId="31d8479cd71eda56" providerId="LiveId" clId="{AE22AFC7-F0C8-4F9D-90E0-BC9006D920F8}" dt="2026-09-21T10:24:41.537" v="738" actId="1076"/>
          <ac:cxnSpMkLst>
            <pc:docMk/>
            <pc:sldMk cId="3839156687" sldId="1543"/>
            <ac:cxnSpMk id="27" creationId="{7DD7131A-AB03-BA69-8EA3-A51F16C844C3}"/>
          </ac:cxnSpMkLst>
        </pc:cxnChg>
        <pc:cxnChg chg="add mod">
          <ac:chgData name="bhagyashree sahoo" userId="31d8479cd71eda56" providerId="LiveId" clId="{AE22AFC7-F0C8-4F9D-90E0-BC9006D920F8}" dt="2026-09-21T10:24:45.956" v="740" actId="1076"/>
          <ac:cxnSpMkLst>
            <pc:docMk/>
            <pc:sldMk cId="3839156687" sldId="1543"/>
            <ac:cxnSpMk id="28" creationId="{10EB39A3-46E3-1EA5-B626-AD137FF1F30F}"/>
          </ac:cxnSpMkLst>
        </pc:cxnChg>
      </pc:sldChg>
      <pc:sldChg chg="addSp modSp new mod">
        <pc:chgData name="bhagyashree sahoo" userId="31d8479cd71eda56" providerId="LiveId" clId="{AE22AFC7-F0C8-4F9D-90E0-BC9006D920F8}" dt="2026-09-21T10:27:07.616" v="754" actId="1076"/>
        <pc:sldMkLst>
          <pc:docMk/>
          <pc:sldMk cId="820722392" sldId="1544"/>
        </pc:sldMkLst>
        <pc:spChg chg="add">
          <ac:chgData name="bhagyashree sahoo" userId="31d8479cd71eda56" providerId="LiveId" clId="{AE22AFC7-F0C8-4F9D-90E0-BC9006D920F8}" dt="2026-09-21T10:26:24.399" v="742" actId="22"/>
          <ac:spMkLst>
            <pc:docMk/>
            <pc:sldMk cId="820722392" sldId="1544"/>
            <ac:spMk id="3" creationId="{14BDFAC1-F526-3B7B-7787-6ED70150E64A}"/>
          </ac:spMkLst>
        </pc:spChg>
        <pc:spChg chg="add">
          <ac:chgData name="bhagyashree sahoo" userId="31d8479cd71eda56" providerId="LiveId" clId="{AE22AFC7-F0C8-4F9D-90E0-BC9006D920F8}" dt="2026-09-21T10:26:28.928" v="743" actId="22"/>
          <ac:spMkLst>
            <pc:docMk/>
            <pc:sldMk cId="820722392" sldId="1544"/>
            <ac:spMk id="5" creationId="{3FE97DD0-F56E-0ADE-0870-A08EA4067E22}"/>
          </ac:spMkLst>
        </pc:spChg>
        <pc:spChg chg="add">
          <ac:chgData name="bhagyashree sahoo" userId="31d8479cd71eda56" providerId="LiveId" clId="{AE22AFC7-F0C8-4F9D-90E0-BC9006D920F8}" dt="2026-09-21T10:26:32.635" v="744" actId="22"/>
          <ac:spMkLst>
            <pc:docMk/>
            <pc:sldMk cId="820722392" sldId="1544"/>
            <ac:spMk id="7" creationId="{7B22D421-05AB-9C65-9BBB-36B6E1857371}"/>
          </ac:spMkLst>
        </pc:spChg>
        <pc:spChg chg="add">
          <ac:chgData name="bhagyashree sahoo" userId="31d8479cd71eda56" providerId="LiveId" clId="{AE22AFC7-F0C8-4F9D-90E0-BC9006D920F8}" dt="2026-09-21T10:26:36.022" v="745" actId="22"/>
          <ac:spMkLst>
            <pc:docMk/>
            <pc:sldMk cId="820722392" sldId="1544"/>
            <ac:spMk id="9" creationId="{69BB816D-E418-B53D-2985-C1FDA0E1FFF2}"/>
          </ac:spMkLst>
        </pc:spChg>
        <pc:spChg chg="add">
          <ac:chgData name="bhagyashree sahoo" userId="31d8479cd71eda56" providerId="LiveId" clId="{AE22AFC7-F0C8-4F9D-90E0-BC9006D920F8}" dt="2026-09-21T10:26:39.346" v="746" actId="22"/>
          <ac:spMkLst>
            <pc:docMk/>
            <pc:sldMk cId="820722392" sldId="1544"/>
            <ac:spMk id="11" creationId="{BE9256DE-AF88-9933-A75A-5D102B95C658}"/>
          </ac:spMkLst>
        </pc:spChg>
        <pc:spChg chg="add">
          <ac:chgData name="bhagyashree sahoo" userId="31d8479cd71eda56" providerId="LiveId" clId="{AE22AFC7-F0C8-4F9D-90E0-BC9006D920F8}" dt="2026-09-21T10:26:42.759" v="747" actId="22"/>
          <ac:spMkLst>
            <pc:docMk/>
            <pc:sldMk cId="820722392" sldId="1544"/>
            <ac:spMk id="13" creationId="{9CA6FC48-4AC5-96CE-54E6-5E56CCDE85BF}"/>
          </ac:spMkLst>
        </pc:spChg>
        <pc:spChg chg="add">
          <ac:chgData name="bhagyashree sahoo" userId="31d8479cd71eda56" providerId="LiveId" clId="{AE22AFC7-F0C8-4F9D-90E0-BC9006D920F8}" dt="2026-09-21T10:26:48.415" v="748" actId="22"/>
          <ac:spMkLst>
            <pc:docMk/>
            <pc:sldMk cId="820722392" sldId="1544"/>
            <ac:spMk id="15" creationId="{40BF2CAC-539F-B56A-502E-1C550D1FC1DA}"/>
          </ac:spMkLst>
        </pc:spChg>
        <pc:cxnChg chg="add mod">
          <ac:chgData name="bhagyashree sahoo" userId="31d8479cd71eda56" providerId="LiveId" clId="{AE22AFC7-F0C8-4F9D-90E0-BC9006D920F8}" dt="2026-09-21T10:26:53.309" v="749"/>
          <ac:cxnSpMkLst>
            <pc:docMk/>
            <pc:sldMk cId="820722392" sldId="1544"/>
            <ac:cxnSpMk id="16" creationId="{0C1D1AA7-2375-082C-27F3-28FB590296C3}"/>
          </ac:cxnSpMkLst>
        </pc:cxnChg>
        <pc:cxnChg chg="add mod">
          <ac:chgData name="bhagyashree sahoo" userId="31d8479cd71eda56" providerId="LiveId" clId="{AE22AFC7-F0C8-4F9D-90E0-BC9006D920F8}" dt="2026-09-21T10:27:00.971" v="752" actId="1076"/>
          <ac:cxnSpMkLst>
            <pc:docMk/>
            <pc:sldMk cId="820722392" sldId="1544"/>
            <ac:cxnSpMk id="17" creationId="{B77A96FB-6247-98F8-BBA3-EE992D543F56}"/>
          </ac:cxnSpMkLst>
        </pc:cxnChg>
        <pc:cxnChg chg="add mod">
          <ac:chgData name="bhagyashree sahoo" userId="31d8479cd71eda56" providerId="LiveId" clId="{AE22AFC7-F0C8-4F9D-90E0-BC9006D920F8}" dt="2026-09-21T10:27:07.616" v="754" actId="1076"/>
          <ac:cxnSpMkLst>
            <pc:docMk/>
            <pc:sldMk cId="820722392" sldId="1544"/>
            <ac:cxnSpMk id="18" creationId="{A246B333-472A-76F9-36BC-E035D2DE630F}"/>
          </ac:cxnSpMkLst>
        </pc:cxnChg>
      </pc:sldChg>
      <pc:sldChg chg="addSp delSp new mod">
        <pc:chgData name="bhagyashree sahoo" userId="31d8479cd71eda56" providerId="LiveId" clId="{AE22AFC7-F0C8-4F9D-90E0-BC9006D920F8}" dt="2026-09-21T10:28:02.161" v="766" actId="22"/>
        <pc:sldMkLst>
          <pc:docMk/>
          <pc:sldMk cId="2092951876" sldId="1545"/>
        </pc:sldMkLst>
        <pc:spChg chg="add">
          <ac:chgData name="bhagyashree sahoo" userId="31d8479cd71eda56" providerId="LiveId" clId="{AE22AFC7-F0C8-4F9D-90E0-BC9006D920F8}" dt="2026-09-21T10:27:19.789" v="756" actId="22"/>
          <ac:spMkLst>
            <pc:docMk/>
            <pc:sldMk cId="2092951876" sldId="1545"/>
            <ac:spMk id="3" creationId="{16EE884D-14A3-9766-D2FA-BA59159182B5}"/>
          </ac:spMkLst>
        </pc:spChg>
        <pc:spChg chg="add del">
          <ac:chgData name="bhagyashree sahoo" userId="31d8479cd71eda56" providerId="LiveId" clId="{AE22AFC7-F0C8-4F9D-90E0-BC9006D920F8}" dt="2026-09-21T10:27:24.804" v="758" actId="22"/>
          <ac:spMkLst>
            <pc:docMk/>
            <pc:sldMk cId="2092951876" sldId="1545"/>
            <ac:spMk id="5" creationId="{592C3BB8-AA72-D01D-F82E-D3DF6838DA96}"/>
          </ac:spMkLst>
        </pc:spChg>
        <pc:spChg chg="add">
          <ac:chgData name="bhagyashree sahoo" userId="31d8479cd71eda56" providerId="LiveId" clId="{AE22AFC7-F0C8-4F9D-90E0-BC9006D920F8}" dt="2026-09-21T10:27:28.484" v="759" actId="22"/>
          <ac:spMkLst>
            <pc:docMk/>
            <pc:sldMk cId="2092951876" sldId="1545"/>
            <ac:spMk id="7" creationId="{65CB15A2-A867-99F2-60A1-31CBA376E7C2}"/>
          </ac:spMkLst>
        </pc:spChg>
        <pc:spChg chg="add">
          <ac:chgData name="bhagyashree sahoo" userId="31d8479cd71eda56" providerId="LiveId" clId="{AE22AFC7-F0C8-4F9D-90E0-BC9006D920F8}" dt="2026-09-21T10:27:35.970" v="760" actId="22"/>
          <ac:spMkLst>
            <pc:docMk/>
            <pc:sldMk cId="2092951876" sldId="1545"/>
            <ac:spMk id="9" creationId="{CA637B12-93A3-81DF-0BB1-CE7ABE32E17E}"/>
          </ac:spMkLst>
        </pc:spChg>
        <pc:spChg chg="add">
          <ac:chgData name="bhagyashree sahoo" userId="31d8479cd71eda56" providerId="LiveId" clId="{AE22AFC7-F0C8-4F9D-90E0-BC9006D920F8}" dt="2026-09-21T10:27:39.818" v="761" actId="22"/>
          <ac:spMkLst>
            <pc:docMk/>
            <pc:sldMk cId="2092951876" sldId="1545"/>
            <ac:spMk id="11" creationId="{F1FC70AA-BBBD-9FE9-4877-B1F06B14B468}"/>
          </ac:spMkLst>
        </pc:spChg>
        <pc:spChg chg="add">
          <ac:chgData name="bhagyashree sahoo" userId="31d8479cd71eda56" providerId="LiveId" clId="{AE22AFC7-F0C8-4F9D-90E0-BC9006D920F8}" dt="2026-09-21T10:27:44.155" v="762" actId="22"/>
          <ac:spMkLst>
            <pc:docMk/>
            <pc:sldMk cId="2092951876" sldId="1545"/>
            <ac:spMk id="13" creationId="{5550D436-DB2F-CF60-906E-EE752AF6ECF9}"/>
          </ac:spMkLst>
        </pc:spChg>
        <pc:spChg chg="add">
          <ac:chgData name="bhagyashree sahoo" userId="31d8479cd71eda56" providerId="LiveId" clId="{AE22AFC7-F0C8-4F9D-90E0-BC9006D920F8}" dt="2026-09-21T10:27:48.308" v="763" actId="22"/>
          <ac:spMkLst>
            <pc:docMk/>
            <pc:sldMk cId="2092951876" sldId="1545"/>
            <ac:spMk id="15" creationId="{8C199A4A-391C-38E1-0385-2D58C048B41F}"/>
          </ac:spMkLst>
        </pc:spChg>
        <pc:spChg chg="add">
          <ac:chgData name="bhagyashree sahoo" userId="31d8479cd71eda56" providerId="LiveId" clId="{AE22AFC7-F0C8-4F9D-90E0-BC9006D920F8}" dt="2026-09-21T10:27:52.883" v="764" actId="22"/>
          <ac:spMkLst>
            <pc:docMk/>
            <pc:sldMk cId="2092951876" sldId="1545"/>
            <ac:spMk id="17" creationId="{327ECB6E-D0CA-6CD9-0A06-C307C52C88F2}"/>
          </ac:spMkLst>
        </pc:spChg>
        <pc:spChg chg="add">
          <ac:chgData name="bhagyashree sahoo" userId="31d8479cd71eda56" providerId="LiveId" clId="{AE22AFC7-F0C8-4F9D-90E0-BC9006D920F8}" dt="2026-09-21T10:27:57.462" v="765" actId="22"/>
          <ac:spMkLst>
            <pc:docMk/>
            <pc:sldMk cId="2092951876" sldId="1545"/>
            <ac:spMk id="19" creationId="{C6581805-9C60-C7EA-0EFB-06B61E8316C9}"/>
          </ac:spMkLst>
        </pc:spChg>
        <pc:spChg chg="add">
          <ac:chgData name="bhagyashree sahoo" userId="31d8479cd71eda56" providerId="LiveId" clId="{AE22AFC7-F0C8-4F9D-90E0-BC9006D920F8}" dt="2026-09-21T10:28:02.161" v="766" actId="22"/>
          <ac:spMkLst>
            <pc:docMk/>
            <pc:sldMk cId="2092951876" sldId="1545"/>
            <ac:spMk id="21" creationId="{D83D5D88-69C5-343A-DD2B-8766F4F061CE}"/>
          </ac:spMkLst>
        </pc:spChg>
      </pc:sldChg>
      <pc:sldChg chg="addSp new mod">
        <pc:chgData name="bhagyashree sahoo" userId="31d8479cd71eda56" providerId="LiveId" clId="{AE22AFC7-F0C8-4F9D-90E0-BC9006D920F8}" dt="2026-09-21T10:28:22.788" v="770" actId="22"/>
        <pc:sldMkLst>
          <pc:docMk/>
          <pc:sldMk cId="810913796" sldId="1546"/>
        </pc:sldMkLst>
        <pc:spChg chg="add">
          <ac:chgData name="bhagyashree sahoo" userId="31d8479cd71eda56" providerId="LiveId" clId="{AE22AFC7-F0C8-4F9D-90E0-BC9006D920F8}" dt="2026-09-21T10:28:12.379" v="768" actId="22"/>
          <ac:spMkLst>
            <pc:docMk/>
            <pc:sldMk cId="810913796" sldId="1546"/>
            <ac:spMk id="3" creationId="{28B4F6AE-59D8-9338-BC8D-374B901FB912}"/>
          </ac:spMkLst>
        </pc:spChg>
        <pc:spChg chg="add">
          <ac:chgData name="bhagyashree sahoo" userId="31d8479cd71eda56" providerId="LiveId" clId="{AE22AFC7-F0C8-4F9D-90E0-BC9006D920F8}" dt="2026-09-21T10:28:17.547" v="769" actId="22"/>
          <ac:spMkLst>
            <pc:docMk/>
            <pc:sldMk cId="810913796" sldId="1546"/>
            <ac:spMk id="5" creationId="{303C6219-5D17-5CF9-F905-F06A1C82657F}"/>
          </ac:spMkLst>
        </pc:spChg>
        <pc:spChg chg="add">
          <ac:chgData name="bhagyashree sahoo" userId="31d8479cd71eda56" providerId="LiveId" clId="{AE22AFC7-F0C8-4F9D-90E0-BC9006D920F8}" dt="2026-09-21T10:28:22.788" v="770" actId="22"/>
          <ac:spMkLst>
            <pc:docMk/>
            <pc:sldMk cId="810913796" sldId="1546"/>
            <ac:spMk id="7" creationId="{7D74D2B4-2CCF-D126-6917-D8A0AD4C067D}"/>
          </ac:spMkLst>
        </pc:spChg>
      </pc:sldChg>
      <pc:sldChg chg="addSp delSp modSp new mod">
        <pc:chgData name="bhagyashree sahoo" userId="31d8479cd71eda56" providerId="LiveId" clId="{AE22AFC7-F0C8-4F9D-90E0-BC9006D920F8}" dt="2026-09-21T10:30:58.001" v="803" actId="1076"/>
        <pc:sldMkLst>
          <pc:docMk/>
          <pc:sldMk cId="1614169084" sldId="1547"/>
        </pc:sldMkLst>
        <pc:spChg chg="add">
          <ac:chgData name="bhagyashree sahoo" userId="31d8479cd71eda56" providerId="LiveId" clId="{AE22AFC7-F0C8-4F9D-90E0-BC9006D920F8}" dt="2026-09-21T10:28:34.472" v="772" actId="22"/>
          <ac:spMkLst>
            <pc:docMk/>
            <pc:sldMk cId="1614169084" sldId="1547"/>
            <ac:spMk id="3" creationId="{19BA4D86-B239-3D57-AF32-8F3B09FDBFC9}"/>
          </ac:spMkLst>
        </pc:spChg>
        <pc:spChg chg="add">
          <ac:chgData name="bhagyashree sahoo" userId="31d8479cd71eda56" providerId="LiveId" clId="{AE22AFC7-F0C8-4F9D-90E0-BC9006D920F8}" dt="2026-09-21T10:28:39.407" v="773" actId="22"/>
          <ac:spMkLst>
            <pc:docMk/>
            <pc:sldMk cId="1614169084" sldId="1547"/>
            <ac:spMk id="5" creationId="{57BC4E96-B1EA-3334-E6C2-7F1FC149698C}"/>
          </ac:spMkLst>
        </pc:spChg>
        <pc:spChg chg="add">
          <ac:chgData name="bhagyashree sahoo" userId="31d8479cd71eda56" providerId="LiveId" clId="{AE22AFC7-F0C8-4F9D-90E0-BC9006D920F8}" dt="2026-09-21T10:28:46.606" v="774" actId="22"/>
          <ac:spMkLst>
            <pc:docMk/>
            <pc:sldMk cId="1614169084" sldId="1547"/>
            <ac:spMk id="7" creationId="{DCBB1860-9676-5A41-D2D3-C9EF1C61F58B}"/>
          </ac:spMkLst>
        </pc:spChg>
        <pc:spChg chg="add">
          <ac:chgData name="bhagyashree sahoo" userId="31d8479cd71eda56" providerId="LiveId" clId="{AE22AFC7-F0C8-4F9D-90E0-BC9006D920F8}" dt="2026-09-21T10:28:55.228" v="775" actId="22"/>
          <ac:spMkLst>
            <pc:docMk/>
            <pc:sldMk cId="1614169084" sldId="1547"/>
            <ac:spMk id="9" creationId="{6F258B3F-5F99-1675-6924-D47F596C01EC}"/>
          </ac:spMkLst>
        </pc:spChg>
        <pc:spChg chg="add">
          <ac:chgData name="bhagyashree sahoo" userId="31d8479cd71eda56" providerId="LiveId" clId="{AE22AFC7-F0C8-4F9D-90E0-BC9006D920F8}" dt="2026-09-21T10:28:59.827" v="776" actId="22"/>
          <ac:spMkLst>
            <pc:docMk/>
            <pc:sldMk cId="1614169084" sldId="1547"/>
            <ac:spMk id="11" creationId="{813D7DBA-8FDD-26EF-BCC5-8731CA27916E}"/>
          </ac:spMkLst>
        </pc:spChg>
        <pc:spChg chg="add">
          <ac:chgData name="bhagyashree sahoo" userId="31d8479cd71eda56" providerId="LiveId" clId="{AE22AFC7-F0C8-4F9D-90E0-BC9006D920F8}" dt="2026-09-21T10:29:04.862" v="777" actId="22"/>
          <ac:spMkLst>
            <pc:docMk/>
            <pc:sldMk cId="1614169084" sldId="1547"/>
            <ac:spMk id="13" creationId="{BF8D40B5-6265-B868-7D30-4ED3232D412C}"/>
          </ac:spMkLst>
        </pc:spChg>
        <pc:spChg chg="add mod">
          <ac:chgData name="bhagyashree sahoo" userId="31d8479cd71eda56" providerId="LiveId" clId="{AE22AFC7-F0C8-4F9D-90E0-BC9006D920F8}" dt="2026-09-21T10:29:09.148" v="779" actId="1076"/>
          <ac:spMkLst>
            <pc:docMk/>
            <pc:sldMk cId="1614169084" sldId="1547"/>
            <ac:spMk id="15" creationId="{6E44DB04-7B8A-3DAA-B053-94CF2D068042}"/>
          </ac:spMkLst>
        </pc:spChg>
        <pc:spChg chg="add mod">
          <ac:chgData name="bhagyashree sahoo" userId="31d8479cd71eda56" providerId="LiveId" clId="{AE22AFC7-F0C8-4F9D-90E0-BC9006D920F8}" dt="2026-09-21T10:29:13.557" v="781" actId="1076"/>
          <ac:spMkLst>
            <pc:docMk/>
            <pc:sldMk cId="1614169084" sldId="1547"/>
            <ac:spMk id="17" creationId="{9E15DA3A-3BB9-4CF0-2176-85A93DEF871A}"/>
          </ac:spMkLst>
        </pc:spChg>
        <pc:spChg chg="add mod">
          <ac:chgData name="bhagyashree sahoo" userId="31d8479cd71eda56" providerId="LiveId" clId="{AE22AFC7-F0C8-4F9D-90E0-BC9006D920F8}" dt="2026-09-21T10:29:18.908" v="783" actId="1076"/>
          <ac:spMkLst>
            <pc:docMk/>
            <pc:sldMk cId="1614169084" sldId="1547"/>
            <ac:spMk id="19" creationId="{C66DCD37-6B60-B8C9-1607-A24B15BD8E1C}"/>
          </ac:spMkLst>
        </pc:spChg>
        <pc:spChg chg="add mod">
          <ac:chgData name="bhagyashree sahoo" userId="31d8479cd71eda56" providerId="LiveId" clId="{AE22AFC7-F0C8-4F9D-90E0-BC9006D920F8}" dt="2026-09-21T10:29:26.794" v="785" actId="1076"/>
          <ac:spMkLst>
            <pc:docMk/>
            <pc:sldMk cId="1614169084" sldId="1547"/>
            <ac:spMk id="21" creationId="{00A5DA0A-C7CA-8ED0-7336-8443693A0724}"/>
          </ac:spMkLst>
        </pc:spChg>
        <pc:spChg chg="add">
          <ac:chgData name="bhagyashree sahoo" userId="31d8479cd71eda56" providerId="LiveId" clId="{AE22AFC7-F0C8-4F9D-90E0-BC9006D920F8}" dt="2026-09-21T10:29:33.218" v="786" actId="22"/>
          <ac:spMkLst>
            <pc:docMk/>
            <pc:sldMk cId="1614169084" sldId="1547"/>
            <ac:spMk id="23" creationId="{AB2C368C-BD92-1C17-7F33-9EE32D9BE055}"/>
          </ac:spMkLst>
        </pc:spChg>
        <pc:spChg chg="add">
          <ac:chgData name="bhagyashree sahoo" userId="31d8479cd71eda56" providerId="LiveId" clId="{AE22AFC7-F0C8-4F9D-90E0-BC9006D920F8}" dt="2026-09-21T10:29:43.519" v="787" actId="22"/>
          <ac:spMkLst>
            <pc:docMk/>
            <pc:sldMk cId="1614169084" sldId="1547"/>
            <ac:spMk id="25" creationId="{32F687ED-41D9-9639-64F8-298366893192}"/>
          </ac:spMkLst>
        </pc:spChg>
        <pc:spChg chg="add mod">
          <ac:chgData name="bhagyashree sahoo" userId="31d8479cd71eda56" providerId="LiveId" clId="{AE22AFC7-F0C8-4F9D-90E0-BC9006D920F8}" dt="2026-09-21T10:29:59.331" v="789" actId="1076"/>
          <ac:spMkLst>
            <pc:docMk/>
            <pc:sldMk cId="1614169084" sldId="1547"/>
            <ac:spMk id="27" creationId="{311783F1-6823-55F1-DC9C-1BD87FA24978}"/>
          </ac:spMkLst>
        </pc:spChg>
        <pc:spChg chg="add mod">
          <ac:chgData name="bhagyashree sahoo" userId="31d8479cd71eda56" providerId="LiveId" clId="{AE22AFC7-F0C8-4F9D-90E0-BC9006D920F8}" dt="2026-09-21T10:30:09.619" v="791" actId="1076"/>
          <ac:spMkLst>
            <pc:docMk/>
            <pc:sldMk cId="1614169084" sldId="1547"/>
            <ac:spMk id="29" creationId="{D7288F41-3119-8DFE-15B6-2A05E535A50F}"/>
          </ac:spMkLst>
        </pc:spChg>
        <pc:spChg chg="add mod">
          <ac:chgData name="bhagyashree sahoo" userId="31d8479cd71eda56" providerId="LiveId" clId="{AE22AFC7-F0C8-4F9D-90E0-BC9006D920F8}" dt="2026-09-21T10:30:19.507" v="793" actId="1076"/>
          <ac:spMkLst>
            <pc:docMk/>
            <pc:sldMk cId="1614169084" sldId="1547"/>
            <ac:spMk id="31" creationId="{EE00B3BF-F8F6-B8BE-349C-43272CA88E60}"/>
          </ac:spMkLst>
        </pc:spChg>
        <pc:spChg chg="add">
          <ac:chgData name="bhagyashree sahoo" userId="31d8479cd71eda56" providerId="LiveId" clId="{AE22AFC7-F0C8-4F9D-90E0-BC9006D920F8}" dt="2026-09-21T10:30:25.681" v="794" actId="22"/>
          <ac:spMkLst>
            <pc:docMk/>
            <pc:sldMk cId="1614169084" sldId="1547"/>
            <ac:spMk id="33" creationId="{C30E0A25-7761-674A-E425-F1B688E5B19A}"/>
          </ac:spMkLst>
        </pc:spChg>
        <pc:spChg chg="add">
          <ac:chgData name="bhagyashree sahoo" userId="31d8479cd71eda56" providerId="LiveId" clId="{AE22AFC7-F0C8-4F9D-90E0-BC9006D920F8}" dt="2026-09-21T10:30:30.640" v="795" actId="22"/>
          <ac:spMkLst>
            <pc:docMk/>
            <pc:sldMk cId="1614169084" sldId="1547"/>
            <ac:spMk id="35" creationId="{88208915-3198-5779-4D5F-3E0417FDE3BC}"/>
          </ac:spMkLst>
        </pc:spChg>
        <pc:spChg chg="add mod">
          <ac:chgData name="bhagyashree sahoo" userId="31d8479cd71eda56" providerId="LiveId" clId="{AE22AFC7-F0C8-4F9D-90E0-BC9006D920F8}" dt="2026-09-21T10:30:38.155" v="797" actId="1076"/>
          <ac:spMkLst>
            <pc:docMk/>
            <pc:sldMk cId="1614169084" sldId="1547"/>
            <ac:spMk id="37" creationId="{2410A2F7-E9D1-39E1-8896-F6B616113333}"/>
          </ac:spMkLst>
        </pc:spChg>
        <pc:spChg chg="add del">
          <ac:chgData name="bhagyashree sahoo" userId="31d8479cd71eda56" providerId="LiveId" clId="{AE22AFC7-F0C8-4F9D-90E0-BC9006D920F8}" dt="2026-09-21T10:30:44.074" v="799" actId="22"/>
          <ac:spMkLst>
            <pc:docMk/>
            <pc:sldMk cId="1614169084" sldId="1547"/>
            <ac:spMk id="39" creationId="{DB2413D3-892C-FE8B-DE89-1E07BB07DD5E}"/>
          </ac:spMkLst>
        </pc:spChg>
        <pc:spChg chg="add mod">
          <ac:chgData name="bhagyashree sahoo" userId="31d8479cd71eda56" providerId="LiveId" clId="{AE22AFC7-F0C8-4F9D-90E0-BC9006D920F8}" dt="2026-09-21T10:30:49.865" v="801" actId="1076"/>
          <ac:spMkLst>
            <pc:docMk/>
            <pc:sldMk cId="1614169084" sldId="1547"/>
            <ac:spMk id="41" creationId="{17ECD8D7-B816-530B-D467-EE3D4D8FF244}"/>
          </ac:spMkLst>
        </pc:spChg>
        <pc:spChg chg="add mod">
          <ac:chgData name="bhagyashree sahoo" userId="31d8479cd71eda56" providerId="LiveId" clId="{AE22AFC7-F0C8-4F9D-90E0-BC9006D920F8}" dt="2026-09-21T10:30:58.001" v="803" actId="1076"/>
          <ac:spMkLst>
            <pc:docMk/>
            <pc:sldMk cId="1614169084" sldId="1547"/>
            <ac:spMk id="43" creationId="{E47A305E-82C1-22C9-C684-205CF589C533}"/>
          </ac:spMkLst>
        </pc:spChg>
      </pc:sldChg>
      <pc:sldChg chg="addSp new mod">
        <pc:chgData name="bhagyashree sahoo" userId="31d8479cd71eda56" providerId="LiveId" clId="{AE22AFC7-F0C8-4F9D-90E0-BC9006D920F8}" dt="2026-09-21T10:31:25.173" v="807" actId="22"/>
        <pc:sldMkLst>
          <pc:docMk/>
          <pc:sldMk cId="1219506403" sldId="1548"/>
        </pc:sldMkLst>
        <pc:spChg chg="add">
          <ac:chgData name="bhagyashree sahoo" userId="31d8479cd71eda56" providerId="LiveId" clId="{AE22AFC7-F0C8-4F9D-90E0-BC9006D920F8}" dt="2026-09-21T10:31:14.681" v="805" actId="22"/>
          <ac:spMkLst>
            <pc:docMk/>
            <pc:sldMk cId="1219506403" sldId="1548"/>
            <ac:spMk id="3" creationId="{C8A12CAD-2DB6-A5D5-B773-A5A1BED2C05F}"/>
          </ac:spMkLst>
        </pc:spChg>
        <pc:spChg chg="add">
          <ac:chgData name="bhagyashree sahoo" userId="31d8479cd71eda56" providerId="LiveId" clId="{AE22AFC7-F0C8-4F9D-90E0-BC9006D920F8}" dt="2026-09-21T10:31:19.783" v="806" actId="22"/>
          <ac:spMkLst>
            <pc:docMk/>
            <pc:sldMk cId="1219506403" sldId="1548"/>
            <ac:spMk id="5" creationId="{4B1E26FF-7A0B-2110-34EE-4EBF148A4A0E}"/>
          </ac:spMkLst>
        </pc:spChg>
        <pc:spChg chg="add">
          <ac:chgData name="bhagyashree sahoo" userId="31d8479cd71eda56" providerId="LiveId" clId="{AE22AFC7-F0C8-4F9D-90E0-BC9006D920F8}" dt="2026-09-21T10:31:25.173" v="807" actId="22"/>
          <ac:spMkLst>
            <pc:docMk/>
            <pc:sldMk cId="1219506403" sldId="1548"/>
            <ac:spMk id="7" creationId="{114F17DF-BB11-6CFF-64F1-295114AF521A}"/>
          </ac:spMkLst>
        </pc:spChg>
      </pc:sldChg>
      <pc:sldChg chg="addSp delSp modSp new mod">
        <pc:chgData name="bhagyashree sahoo" userId="31d8479cd71eda56" providerId="LiveId" clId="{AE22AFC7-F0C8-4F9D-90E0-BC9006D920F8}" dt="2026-09-21T10:37:42.670" v="887" actId="22"/>
        <pc:sldMkLst>
          <pc:docMk/>
          <pc:sldMk cId="628805475" sldId="1549"/>
        </pc:sldMkLst>
        <pc:spChg chg="add">
          <ac:chgData name="bhagyashree sahoo" userId="31d8479cd71eda56" providerId="LiveId" clId="{AE22AFC7-F0C8-4F9D-90E0-BC9006D920F8}" dt="2026-09-21T10:35:23.891" v="850" actId="22"/>
          <ac:spMkLst>
            <pc:docMk/>
            <pc:sldMk cId="628805475" sldId="1549"/>
            <ac:spMk id="3" creationId="{6740790A-0D89-F81C-34EE-206B45FB9BF4}"/>
          </ac:spMkLst>
        </pc:spChg>
        <pc:spChg chg="add">
          <ac:chgData name="bhagyashree sahoo" userId="31d8479cd71eda56" providerId="LiveId" clId="{AE22AFC7-F0C8-4F9D-90E0-BC9006D920F8}" dt="2026-09-21T10:35:29.028" v="851" actId="22"/>
          <ac:spMkLst>
            <pc:docMk/>
            <pc:sldMk cId="628805475" sldId="1549"/>
            <ac:spMk id="5" creationId="{19E25B90-B340-23F5-8C1C-69E818C76E11}"/>
          </ac:spMkLst>
        </pc:spChg>
        <pc:spChg chg="add">
          <ac:chgData name="bhagyashree sahoo" userId="31d8479cd71eda56" providerId="LiveId" clId="{AE22AFC7-F0C8-4F9D-90E0-BC9006D920F8}" dt="2026-09-21T10:35:34.356" v="852" actId="22"/>
          <ac:spMkLst>
            <pc:docMk/>
            <pc:sldMk cId="628805475" sldId="1549"/>
            <ac:spMk id="7" creationId="{B9E72986-3929-5045-2F7C-027C28DE4940}"/>
          </ac:spMkLst>
        </pc:spChg>
        <pc:spChg chg="add mod">
          <ac:chgData name="bhagyashree sahoo" userId="31d8479cd71eda56" providerId="LiveId" clId="{AE22AFC7-F0C8-4F9D-90E0-BC9006D920F8}" dt="2026-09-21T10:35:43.177" v="857" actId="1076"/>
          <ac:spMkLst>
            <pc:docMk/>
            <pc:sldMk cId="628805475" sldId="1549"/>
            <ac:spMk id="9" creationId="{DE3161E1-7DA7-67AA-F794-3C71FCCFB1DF}"/>
          </ac:spMkLst>
        </pc:spChg>
        <pc:spChg chg="add mod">
          <ac:chgData name="bhagyashree sahoo" userId="31d8479cd71eda56" providerId="LiveId" clId="{AE22AFC7-F0C8-4F9D-90E0-BC9006D920F8}" dt="2026-09-21T10:35:45.035" v="858" actId="1076"/>
          <ac:spMkLst>
            <pc:docMk/>
            <pc:sldMk cId="628805475" sldId="1549"/>
            <ac:spMk id="11" creationId="{F497344F-8F12-C393-CDEF-0380B63B57FD}"/>
          </ac:spMkLst>
        </pc:spChg>
        <pc:spChg chg="add mod">
          <ac:chgData name="bhagyashree sahoo" userId="31d8479cd71eda56" providerId="LiveId" clId="{AE22AFC7-F0C8-4F9D-90E0-BC9006D920F8}" dt="2026-09-21T10:35:50.814" v="860" actId="1076"/>
          <ac:spMkLst>
            <pc:docMk/>
            <pc:sldMk cId="628805475" sldId="1549"/>
            <ac:spMk id="13" creationId="{0731D59F-D9F1-6B5A-3621-2F2ECB18F44F}"/>
          </ac:spMkLst>
        </pc:spChg>
        <pc:spChg chg="add mod">
          <ac:chgData name="bhagyashree sahoo" userId="31d8479cd71eda56" providerId="LiveId" clId="{AE22AFC7-F0C8-4F9D-90E0-BC9006D920F8}" dt="2026-09-21T10:35:56.569" v="862" actId="1076"/>
          <ac:spMkLst>
            <pc:docMk/>
            <pc:sldMk cId="628805475" sldId="1549"/>
            <ac:spMk id="15" creationId="{3DC2E9E6-4FED-C501-AD86-FE99ABE356E5}"/>
          </ac:spMkLst>
        </pc:spChg>
        <pc:spChg chg="add mod">
          <ac:chgData name="bhagyashree sahoo" userId="31d8479cd71eda56" providerId="LiveId" clId="{AE22AFC7-F0C8-4F9D-90E0-BC9006D920F8}" dt="2026-09-21T10:35:59.852" v="864" actId="1076"/>
          <ac:spMkLst>
            <pc:docMk/>
            <pc:sldMk cId="628805475" sldId="1549"/>
            <ac:spMk id="17" creationId="{CE7C1B67-3BE1-7E6E-0091-E8C8E58DB6A6}"/>
          </ac:spMkLst>
        </pc:spChg>
        <pc:spChg chg="add">
          <ac:chgData name="bhagyashree sahoo" userId="31d8479cd71eda56" providerId="LiveId" clId="{AE22AFC7-F0C8-4F9D-90E0-BC9006D920F8}" dt="2026-09-21T10:36:21.748" v="865" actId="22"/>
          <ac:spMkLst>
            <pc:docMk/>
            <pc:sldMk cId="628805475" sldId="1549"/>
            <ac:spMk id="19" creationId="{F6E2E0D6-7570-44DB-4980-CFA50CA62946}"/>
          </ac:spMkLst>
        </pc:spChg>
        <pc:spChg chg="add mod">
          <ac:chgData name="bhagyashree sahoo" userId="31d8479cd71eda56" providerId="LiveId" clId="{AE22AFC7-F0C8-4F9D-90E0-BC9006D920F8}" dt="2026-09-21T10:36:29.677" v="867" actId="1076"/>
          <ac:spMkLst>
            <pc:docMk/>
            <pc:sldMk cId="628805475" sldId="1549"/>
            <ac:spMk id="21" creationId="{E1F54761-4E67-8126-D857-B2454E3A34EA}"/>
          </ac:spMkLst>
        </pc:spChg>
        <pc:spChg chg="add mod">
          <ac:chgData name="bhagyashree sahoo" userId="31d8479cd71eda56" providerId="LiveId" clId="{AE22AFC7-F0C8-4F9D-90E0-BC9006D920F8}" dt="2026-09-21T10:36:39.003" v="869" actId="1076"/>
          <ac:spMkLst>
            <pc:docMk/>
            <pc:sldMk cId="628805475" sldId="1549"/>
            <ac:spMk id="23" creationId="{18CE3531-DC83-0763-06F7-15D0E6850FC8}"/>
          </ac:spMkLst>
        </pc:spChg>
        <pc:spChg chg="add del">
          <ac:chgData name="bhagyashree sahoo" userId="31d8479cd71eda56" providerId="LiveId" clId="{AE22AFC7-F0C8-4F9D-90E0-BC9006D920F8}" dt="2026-09-21T10:36:45.974" v="871" actId="22"/>
          <ac:spMkLst>
            <pc:docMk/>
            <pc:sldMk cId="628805475" sldId="1549"/>
            <ac:spMk id="25" creationId="{1B15D8D5-8CC8-9776-EB6C-85EAF577CAD7}"/>
          </ac:spMkLst>
        </pc:spChg>
        <pc:spChg chg="add mod">
          <ac:chgData name="bhagyashree sahoo" userId="31d8479cd71eda56" providerId="LiveId" clId="{AE22AFC7-F0C8-4F9D-90E0-BC9006D920F8}" dt="2026-09-21T10:36:53.809" v="873" actId="1076"/>
          <ac:spMkLst>
            <pc:docMk/>
            <pc:sldMk cId="628805475" sldId="1549"/>
            <ac:spMk id="27" creationId="{32E0794D-598C-0098-530A-E6C65BC86C02}"/>
          </ac:spMkLst>
        </pc:spChg>
        <pc:spChg chg="add mod">
          <ac:chgData name="bhagyashree sahoo" userId="31d8479cd71eda56" providerId="LiveId" clId="{AE22AFC7-F0C8-4F9D-90E0-BC9006D920F8}" dt="2026-09-21T10:37:01.186" v="875" actId="1076"/>
          <ac:spMkLst>
            <pc:docMk/>
            <pc:sldMk cId="628805475" sldId="1549"/>
            <ac:spMk id="29" creationId="{4DA5AB03-5D42-A153-F87E-4552F766E997}"/>
          </ac:spMkLst>
        </pc:spChg>
        <pc:spChg chg="add mod">
          <ac:chgData name="bhagyashree sahoo" userId="31d8479cd71eda56" providerId="LiveId" clId="{AE22AFC7-F0C8-4F9D-90E0-BC9006D920F8}" dt="2026-09-21T10:37:07.860" v="877" actId="1076"/>
          <ac:spMkLst>
            <pc:docMk/>
            <pc:sldMk cId="628805475" sldId="1549"/>
            <ac:spMk id="31" creationId="{6A8A1BAC-6CC9-5298-0A07-41E1417DE357}"/>
          </ac:spMkLst>
        </pc:spChg>
        <pc:spChg chg="add">
          <ac:chgData name="bhagyashree sahoo" userId="31d8479cd71eda56" providerId="LiveId" clId="{AE22AFC7-F0C8-4F9D-90E0-BC9006D920F8}" dt="2026-09-21T10:37:12.636" v="878" actId="22"/>
          <ac:spMkLst>
            <pc:docMk/>
            <pc:sldMk cId="628805475" sldId="1549"/>
            <ac:spMk id="33" creationId="{1F855FDF-85B3-5F56-9B7C-FD1F9DBAFA00}"/>
          </ac:spMkLst>
        </pc:spChg>
        <pc:spChg chg="add">
          <ac:chgData name="bhagyashree sahoo" userId="31d8479cd71eda56" providerId="LiveId" clId="{AE22AFC7-F0C8-4F9D-90E0-BC9006D920F8}" dt="2026-09-21T10:37:16.678" v="879" actId="22"/>
          <ac:spMkLst>
            <pc:docMk/>
            <pc:sldMk cId="628805475" sldId="1549"/>
            <ac:spMk id="35" creationId="{9003D899-A63D-7AB7-BC3C-71CE100BE3FC}"/>
          </ac:spMkLst>
        </pc:spChg>
        <pc:spChg chg="add">
          <ac:chgData name="bhagyashree sahoo" userId="31d8479cd71eda56" providerId="LiveId" clId="{AE22AFC7-F0C8-4F9D-90E0-BC9006D920F8}" dt="2026-09-21T10:37:21.230" v="880" actId="22"/>
          <ac:spMkLst>
            <pc:docMk/>
            <pc:sldMk cId="628805475" sldId="1549"/>
            <ac:spMk id="37" creationId="{9049ABF3-969F-7DB3-02BD-378011280640}"/>
          </ac:spMkLst>
        </pc:spChg>
        <pc:spChg chg="add">
          <ac:chgData name="bhagyashree sahoo" userId="31d8479cd71eda56" providerId="LiveId" clId="{AE22AFC7-F0C8-4F9D-90E0-BC9006D920F8}" dt="2026-09-21T10:37:25.991" v="881" actId="22"/>
          <ac:spMkLst>
            <pc:docMk/>
            <pc:sldMk cId="628805475" sldId="1549"/>
            <ac:spMk id="39" creationId="{A0C5F84E-A895-9913-03F7-62E6EC281D61}"/>
          </ac:spMkLst>
        </pc:spChg>
        <pc:spChg chg="add">
          <ac:chgData name="bhagyashree sahoo" userId="31d8479cd71eda56" providerId="LiveId" clId="{AE22AFC7-F0C8-4F9D-90E0-BC9006D920F8}" dt="2026-09-21T10:37:31.153" v="882" actId="22"/>
          <ac:spMkLst>
            <pc:docMk/>
            <pc:sldMk cId="628805475" sldId="1549"/>
            <ac:spMk id="41" creationId="{9A0559EE-051C-9AAD-71DC-B2E8BE4AFDE1}"/>
          </ac:spMkLst>
        </pc:spChg>
        <pc:spChg chg="add del mod">
          <ac:chgData name="bhagyashree sahoo" userId="31d8479cd71eda56" providerId="LiveId" clId="{AE22AFC7-F0C8-4F9D-90E0-BC9006D920F8}" dt="2026-09-21T10:37:37.978" v="886" actId="22"/>
          <ac:spMkLst>
            <pc:docMk/>
            <pc:sldMk cId="628805475" sldId="1549"/>
            <ac:spMk id="43" creationId="{6F117AB3-8970-C6C5-6518-EEB91FDEA352}"/>
          </ac:spMkLst>
        </pc:spChg>
        <pc:spChg chg="add">
          <ac:chgData name="bhagyashree sahoo" userId="31d8479cd71eda56" providerId="LiveId" clId="{AE22AFC7-F0C8-4F9D-90E0-BC9006D920F8}" dt="2026-09-21T10:37:42.670" v="887" actId="22"/>
          <ac:spMkLst>
            <pc:docMk/>
            <pc:sldMk cId="628805475" sldId="1549"/>
            <ac:spMk id="45" creationId="{D0CC283D-ABAE-6ADB-582E-E315F58145FF}"/>
          </ac:spMkLst>
        </pc:spChg>
      </pc:sldChg>
      <pc:sldChg chg="addSp modSp new mod">
        <pc:chgData name="bhagyashree sahoo" userId="31d8479cd71eda56" providerId="LiveId" clId="{AE22AFC7-F0C8-4F9D-90E0-BC9006D920F8}" dt="2026-09-21T10:38:07.066" v="892" actId="1076"/>
        <pc:sldMkLst>
          <pc:docMk/>
          <pc:sldMk cId="924764373" sldId="1550"/>
        </pc:sldMkLst>
        <pc:spChg chg="add">
          <ac:chgData name="bhagyashree sahoo" userId="31d8479cd71eda56" providerId="LiveId" clId="{AE22AFC7-F0C8-4F9D-90E0-BC9006D920F8}" dt="2026-09-21T10:37:54.082" v="889" actId="22"/>
          <ac:spMkLst>
            <pc:docMk/>
            <pc:sldMk cId="924764373" sldId="1550"/>
            <ac:spMk id="3" creationId="{FB184457-B5A4-6598-B713-EA4664E6DC2D}"/>
          </ac:spMkLst>
        </pc:spChg>
        <pc:spChg chg="add">
          <ac:chgData name="bhagyashree sahoo" userId="31d8479cd71eda56" providerId="LiveId" clId="{AE22AFC7-F0C8-4F9D-90E0-BC9006D920F8}" dt="2026-09-21T10:37:58.327" v="890" actId="22"/>
          <ac:spMkLst>
            <pc:docMk/>
            <pc:sldMk cId="924764373" sldId="1550"/>
            <ac:spMk id="5" creationId="{7A131410-6EA7-D4A9-6163-C4DB568AF85C}"/>
          </ac:spMkLst>
        </pc:spChg>
        <pc:spChg chg="add mod">
          <ac:chgData name="bhagyashree sahoo" userId="31d8479cd71eda56" providerId="LiveId" clId="{AE22AFC7-F0C8-4F9D-90E0-BC9006D920F8}" dt="2026-09-21T10:38:07.066" v="892" actId="1076"/>
          <ac:spMkLst>
            <pc:docMk/>
            <pc:sldMk cId="924764373" sldId="1550"/>
            <ac:spMk id="7" creationId="{C5E59D91-7139-95B6-E8A5-FDE1DE7D1090}"/>
          </ac:spMkLst>
        </pc:spChg>
      </pc:sldChg>
      <pc:sldChg chg="addSp modSp new mod">
        <pc:chgData name="bhagyashree sahoo" userId="31d8479cd71eda56" providerId="LiveId" clId="{AE22AFC7-F0C8-4F9D-90E0-BC9006D920F8}" dt="2026-09-21T10:42:34.705" v="910" actId="1076"/>
        <pc:sldMkLst>
          <pc:docMk/>
          <pc:sldMk cId="2771019654" sldId="1551"/>
        </pc:sldMkLst>
        <pc:spChg chg="add mod">
          <ac:chgData name="bhagyashree sahoo" userId="31d8479cd71eda56" providerId="LiveId" clId="{AE22AFC7-F0C8-4F9D-90E0-BC9006D920F8}" dt="2026-09-21T10:40:11.065" v="896" actId="1076"/>
          <ac:spMkLst>
            <pc:docMk/>
            <pc:sldMk cId="2771019654" sldId="1551"/>
            <ac:spMk id="3" creationId="{4702A156-FF81-1775-3F75-6183A1D670E5}"/>
          </ac:spMkLst>
        </pc:spChg>
        <pc:spChg chg="add mod">
          <ac:chgData name="bhagyashree sahoo" userId="31d8479cd71eda56" providerId="LiveId" clId="{AE22AFC7-F0C8-4F9D-90E0-BC9006D920F8}" dt="2026-09-21T10:40:13.242" v="897" actId="1076"/>
          <ac:spMkLst>
            <pc:docMk/>
            <pc:sldMk cId="2771019654" sldId="1551"/>
            <ac:spMk id="5" creationId="{F0EC9763-95C7-19F6-16F5-2163A18FF2C3}"/>
          </ac:spMkLst>
        </pc:spChg>
        <pc:spChg chg="add mod">
          <ac:chgData name="bhagyashree sahoo" userId="31d8479cd71eda56" providerId="LiveId" clId="{AE22AFC7-F0C8-4F9D-90E0-BC9006D920F8}" dt="2026-09-21T10:42:09.188" v="904" actId="1076"/>
          <ac:spMkLst>
            <pc:docMk/>
            <pc:sldMk cId="2771019654" sldId="1551"/>
            <ac:spMk id="9" creationId="{971EFF37-B4A3-0A1F-4B63-75212805BFBB}"/>
          </ac:spMkLst>
        </pc:spChg>
        <pc:spChg chg="add mod">
          <ac:chgData name="bhagyashree sahoo" userId="31d8479cd71eda56" providerId="LiveId" clId="{AE22AFC7-F0C8-4F9D-90E0-BC9006D920F8}" dt="2026-09-21T10:42:22.317" v="907" actId="14100"/>
          <ac:spMkLst>
            <pc:docMk/>
            <pc:sldMk cId="2771019654" sldId="1551"/>
            <ac:spMk id="11" creationId="{64561541-9E3A-53CE-0413-C4BC82218E66}"/>
          </ac:spMkLst>
        </pc:spChg>
        <pc:spChg chg="add mod">
          <ac:chgData name="bhagyashree sahoo" userId="31d8479cd71eda56" providerId="LiveId" clId="{AE22AFC7-F0C8-4F9D-90E0-BC9006D920F8}" dt="2026-09-21T10:42:34.705" v="910" actId="1076"/>
          <ac:spMkLst>
            <pc:docMk/>
            <pc:sldMk cId="2771019654" sldId="1551"/>
            <ac:spMk id="13" creationId="{FE090C12-2AEB-6DB4-E70C-A5F0E69ACD92}"/>
          </ac:spMkLst>
        </pc:spChg>
        <pc:picChg chg="add mod">
          <ac:chgData name="bhagyashree sahoo" userId="31d8479cd71eda56" providerId="LiveId" clId="{AE22AFC7-F0C8-4F9D-90E0-BC9006D920F8}" dt="2026-09-21T10:41:57.292" v="900" actId="1076"/>
          <ac:picMkLst>
            <pc:docMk/>
            <pc:sldMk cId="2771019654" sldId="1551"/>
            <ac:picMk id="7" creationId="{A1BD7B9B-E9CD-80FD-71F7-DF033C6B5FFA}"/>
          </ac:picMkLst>
        </pc:picChg>
      </pc:sldChg>
      <pc:sldChg chg="addSp modSp new mod">
        <pc:chgData name="bhagyashree sahoo" userId="31d8479cd71eda56" providerId="LiveId" clId="{AE22AFC7-F0C8-4F9D-90E0-BC9006D920F8}" dt="2026-09-21T10:44:29.780" v="927" actId="1076"/>
        <pc:sldMkLst>
          <pc:docMk/>
          <pc:sldMk cId="1825608696" sldId="1552"/>
        </pc:sldMkLst>
        <pc:spChg chg="add mod">
          <ac:chgData name="bhagyashree sahoo" userId="31d8479cd71eda56" providerId="LiveId" clId="{AE22AFC7-F0C8-4F9D-90E0-BC9006D920F8}" dt="2026-09-21T10:42:49.777" v="913" actId="1076"/>
          <ac:spMkLst>
            <pc:docMk/>
            <pc:sldMk cId="1825608696" sldId="1552"/>
            <ac:spMk id="3" creationId="{76393A5F-7A2C-7DA3-49B6-F699B08DE0C2}"/>
          </ac:spMkLst>
        </pc:spChg>
        <pc:spChg chg="add mod">
          <ac:chgData name="bhagyashree sahoo" userId="31d8479cd71eda56" providerId="LiveId" clId="{AE22AFC7-F0C8-4F9D-90E0-BC9006D920F8}" dt="2026-09-21T10:42:55.379" v="915" actId="1076"/>
          <ac:spMkLst>
            <pc:docMk/>
            <pc:sldMk cId="1825608696" sldId="1552"/>
            <ac:spMk id="5" creationId="{735B7BFE-19EA-880D-2C6B-CC0AE4B359CD}"/>
          </ac:spMkLst>
        </pc:spChg>
        <pc:spChg chg="add mod">
          <ac:chgData name="bhagyashree sahoo" userId="31d8479cd71eda56" providerId="LiveId" clId="{AE22AFC7-F0C8-4F9D-90E0-BC9006D920F8}" dt="2026-09-21T10:43:57.150" v="922" actId="1076"/>
          <ac:spMkLst>
            <pc:docMk/>
            <pc:sldMk cId="1825608696" sldId="1552"/>
            <ac:spMk id="9" creationId="{07F790F0-B126-FD40-C522-D6004DF3B63A}"/>
          </ac:spMkLst>
        </pc:spChg>
        <pc:spChg chg="add mod">
          <ac:chgData name="bhagyashree sahoo" userId="31d8479cd71eda56" providerId="LiveId" clId="{AE22AFC7-F0C8-4F9D-90E0-BC9006D920F8}" dt="2026-09-21T10:44:11.531" v="924" actId="1076"/>
          <ac:spMkLst>
            <pc:docMk/>
            <pc:sldMk cId="1825608696" sldId="1552"/>
            <ac:spMk id="11" creationId="{9250CB3F-1CE2-6108-D2CF-C8AF025F6BA4}"/>
          </ac:spMkLst>
        </pc:spChg>
        <pc:spChg chg="add mod">
          <ac:chgData name="bhagyashree sahoo" userId="31d8479cd71eda56" providerId="LiveId" clId="{AE22AFC7-F0C8-4F9D-90E0-BC9006D920F8}" dt="2026-09-21T10:44:29.780" v="927" actId="1076"/>
          <ac:spMkLst>
            <pc:docMk/>
            <pc:sldMk cId="1825608696" sldId="1552"/>
            <ac:spMk id="13" creationId="{D870021E-DD82-C296-55BC-B05E6518C88A}"/>
          </ac:spMkLst>
        </pc:spChg>
        <pc:picChg chg="add mod">
          <ac:chgData name="bhagyashree sahoo" userId="31d8479cd71eda56" providerId="LiveId" clId="{AE22AFC7-F0C8-4F9D-90E0-BC9006D920F8}" dt="2026-09-21T10:43:44.539" v="920" actId="14100"/>
          <ac:picMkLst>
            <pc:docMk/>
            <pc:sldMk cId="1825608696" sldId="1552"/>
            <ac:picMk id="7" creationId="{AFC22056-0AF8-A032-BFF0-20B047A8F4AD}"/>
          </ac:picMkLst>
        </pc:picChg>
      </pc:sldChg>
      <pc:sldChg chg="addSp modSp new mod">
        <pc:chgData name="bhagyashree sahoo" userId="31d8479cd71eda56" providerId="LiveId" clId="{AE22AFC7-F0C8-4F9D-90E0-BC9006D920F8}" dt="2026-09-21T10:49:55.379" v="942" actId="1076"/>
        <pc:sldMkLst>
          <pc:docMk/>
          <pc:sldMk cId="594571951" sldId="1553"/>
        </pc:sldMkLst>
        <pc:spChg chg="add">
          <ac:chgData name="bhagyashree sahoo" userId="31d8479cd71eda56" providerId="LiveId" clId="{AE22AFC7-F0C8-4F9D-90E0-BC9006D920F8}" dt="2026-09-21T10:44:44.533" v="929" actId="22"/>
          <ac:spMkLst>
            <pc:docMk/>
            <pc:sldMk cId="594571951" sldId="1553"/>
            <ac:spMk id="3" creationId="{EBD1DB50-CFB6-3A96-63D0-EEF0A7766A0C}"/>
          </ac:spMkLst>
        </pc:spChg>
        <pc:spChg chg="add mod">
          <ac:chgData name="bhagyashree sahoo" userId="31d8479cd71eda56" providerId="LiveId" clId="{AE22AFC7-F0C8-4F9D-90E0-BC9006D920F8}" dt="2026-09-21T10:44:51.628" v="931" actId="1076"/>
          <ac:spMkLst>
            <pc:docMk/>
            <pc:sldMk cId="594571951" sldId="1553"/>
            <ac:spMk id="5" creationId="{F1B26DA9-DFA6-3350-2678-C55E3F5EEEE8}"/>
          </ac:spMkLst>
        </pc:spChg>
        <pc:spChg chg="add mod">
          <ac:chgData name="bhagyashree sahoo" userId="31d8479cd71eda56" providerId="LiveId" clId="{AE22AFC7-F0C8-4F9D-90E0-BC9006D920F8}" dt="2026-09-21T10:49:50.899" v="941" actId="1076"/>
          <ac:spMkLst>
            <pc:docMk/>
            <pc:sldMk cId="594571951" sldId="1553"/>
            <ac:spMk id="9" creationId="{2567EECA-91B3-8C8F-2BBB-8109AE5AB6EF}"/>
          </ac:spMkLst>
        </pc:spChg>
        <pc:spChg chg="add">
          <ac:chgData name="bhagyashree sahoo" userId="31d8479cd71eda56" providerId="LiveId" clId="{AE22AFC7-F0C8-4F9D-90E0-BC9006D920F8}" dt="2026-09-21T10:49:25.173" v="937" actId="22"/>
          <ac:spMkLst>
            <pc:docMk/>
            <pc:sldMk cId="594571951" sldId="1553"/>
            <ac:spMk id="11" creationId="{4AAEF27D-2AA8-CCD4-30E9-C1FD6355AD43}"/>
          </ac:spMkLst>
        </pc:spChg>
        <pc:spChg chg="add mod">
          <ac:chgData name="bhagyashree sahoo" userId="31d8479cd71eda56" providerId="LiveId" clId="{AE22AFC7-F0C8-4F9D-90E0-BC9006D920F8}" dt="2026-09-21T10:49:55.379" v="942" actId="1076"/>
          <ac:spMkLst>
            <pc:docMk/>
            <pc:sldMk cId="594571951" sldId="1553"/>
            <ac:spMk id="13" creationId="{44599DC2-30AE-7372-50A9-68AB7072C9E2}"/>
          </ac:spMkLst>
        </pc:spChg>
        <pc:picChg chg="add mod">
          <ac:chgData name="bhagyashree sahoo" userId="31d8479cd71eda56" providerId="LiveId" clId="{AE22AFC7-F0C8-4F9D-90E0-BC9006D920F8}" dt="2026-09-21T10:45:27.392" v="935" actId="1076"/>
          <ac:picMkLst>
            <pc:docMk/>
            <pc:sldMk cId="594571951" sldId="1553"/>
            <ac:picMk id="7" creationId="{EA9AAF69-4B61-96E7-D151-F574C71623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5884333" cy="4871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4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</a:t>
            </a:r>
          </a:p>
          <a:p>
            <a:pPr algn="ctr" defTabSz="1219170">
              <a:buClr>
                <a:srgbClr val="000000"/>
              </a:buClr>
            </a:pPr>
            <a:r>
              <a:rPr lang="en-IN" sz="2000" b="1" dirty="0"/>
              <a:t>Retail Sales Forecasting &amp; Demand Prediction</a:t>
            </a:r>
            <a:endParaRPr lang="en-IN" sz="200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4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</a:t>
            </a:r>
            <a:r>
              <a:rPr lang="en-IN" sz="24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Bhagyashree sahoo</a:t>
            </a:r>
          </a:p>
          <a:p>
            <a:pPr algn="ctr" defTabSz="1219170">
              <a:buClr>
                <a:srgbClr val="000000"/>
              </a:buClr>
            </a:pPr>
            <a:r>
              <a:rPr lang="en-IN" sz="24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Industry</a:t>
            </a:r>
            <a:r>
              <a:rPr lang="en-IN" sz="24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: Retail</a:t>
            </a:r>
            <a:endParaRPr lang="en-IN" sz="2400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EB0F4D-EF6E-A369-C57B-25F1D5E0CCC9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74225-550F-7DCA-88AD-F1BC1D596BB3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From raw M5 retail data to forecasting, dashboards and business recommendations.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D5F7CDFC-C366-FF3F-A97D-CAE0858FC2C6}"/>
              </a:ext>
            </a:extLst>
          </p:cNvPr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AA685C4F-ECE8-1E68-DC4A-8F627878F7F0}"/>
              </a:ext>
            </a:extLst>
          </p:cNvPr>
          <p:cNvSpPr/>
          <p:nvPr/>
        </p:nvSpPr>
        <p:spPr>
          <a:xfrm>
            <a:off x="4393932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0FCA7568-9BBE-4F30-0F9F-A08881584505}"/>
              </a:ext>
            </a:extLst>
          </p:cNvPr>
          <p:cNvSpPr/>
          <p:nvPr/>
        </p:nvSpPr>
        <p:spPr>
          <a:xfrm>
            <a:off x="8147784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525AEE9C-49A8-63C8-A36B-66511BA4D6C6}"/>
              </a:ext>
            </a:extLst>
          </p:cNvPr>
          <p:cNvSpPr/>
          <p:nvPr/>
        </p:nvSpPr>
        <p:spPr>
          <a:xfrm>
            <a:off x="640080" y="3657600"/>
            <a:ext cx="10927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69A517-527E-C4F2-AA94-3CF576B5BF35}"/>
              </a:ext>
            </a:extLst>
          </p:cNvPr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24B05-62A2-B9D0-716A-46A9F9AC4606}"/>
              </a:ext>
            </a:extLst>
          </p:cNvPr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B8A288-1AAC-EE28-9AA4-B068B2AEF200}"/>
              </a:ext>
            </a:extLst>
          </p:cNvPr>
          <p:cNvSpPr/>
          <p:nvPr/>
        </p:nvSpPr>
        <p:spPr>
          <a:xfrm>
            <a:off x="8115780" y="1417320"/>
            <a:ext cx="64008" cy="182880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32F025-B50C-4EE1-0791-DA644CD1D793}"/>
              </a:ext>
            </a:extLst>
          </p:cNvPr>
          <p:cNvSpPr/>
          <p:nvPr/>
        </p:nvSpPr>
        <p:spPr>
          <a:xfrm>
            <a:off x="640080" y="3657600"/>
            <a:ext cx="64008" cy="196596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B9363-5E27-2D27-6506-1E86A434AF35}"/>
              </a:ext>
            </a:extLst>
          </p:cNvPr>
          <p:cNvSpPr txBox="1"/>
          <p:nvPr/>
        </p:nvSpPr>
        <p:spPr>
          <a:xfrm>
            <a:off x="822959" y="1545336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Industry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Retail / Sales / Supply Chain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Demand forecasting and inventory planning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19ACD9-11CB-AFF9-186F-D15702436649}"/>
              </a:ext>
            </a:extLst>
          </p:cNvPr>
          <p:cNvSpPr txBox="1"/>
          <p:nvPr/>
        </p:nvSpPr>
        <p:spPr>
          <a:xfrm>
            <a:off x="4526280" y="1545336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Dataset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M5 Walmart retail forecasting dataset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Sales + calendar + price information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056A54-01FF-71D9-3A57-9E05CA506C67}"/>
              </a:ext>
            </a:extLst>
          </p:cNvPr>
          <p:cNvSpPr txBox="1"/>
          <p:nvPr/>
        </p:nvSpPr>
        <p:spPr>
          <a:xfrm>
            <a:off x="8229600" y="1545336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Core Outcome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Understand historical demand and build a predictive model for sales forecasting.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573F9F-6610-A9BD-295E-928F3042F14C}"/>
              </a:ext>
            </a:extLst>
          </p:cNvPr>
          <p:cNvSpPr txBox="1"/>
          <p:nvPr/>
        </p:nvSpPr>
        <p:spPr>
          <a:xfrm>
            <a:off x="822959" y="3785615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End-to-End Workflow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rgbClr val="23282D"/>
                </a:solidFill>
                <a:latin typeface="Aptos"/>
              </a:rPr>
              <a:t>Excel documentation → Snowflake data engineering &amp; SQL → Databricks/Python transformation &amp; modelling → Power BI business dashboards → </a:t>
            </a:r>
            <a:r>
              <a:rPr sz="1500" dirty="0" err="1">
                <a:solidFill>
                  <a:srgbClr val="23282D"/>
                </a:solidFill>
                <a:latin typeface="Aptos"/>
              </a:rPr>
              <a:t>Streamlit</a:t>
            </a:r>
            <a:r>
              <a:rPr sz="1500" dirty="0">
                <a:solidFill>
                  <a:srgbClr val="23282D"/>
                </a:solidFill>
                <a:latin typeface="Aptos"/>
              </a:rPr>
              <a:t> application → GitHub project delivery</a:t>
            </a:r>
          </a:p>
        </p:txBody>
      </p:sp>
    </p:spTree>
    <p:extLst>
      <p:ext uri="{BB962C8B-B14F-4D97-AF65-F5344CB8AC3E}">
        <p14:creationId xmlns:p14="http://schemas.microsoft.com/office/powerpoint/2010/main" val="369582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7ED0C1-4D45-02FB-B5CE-854101B222BB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Business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91E3A-C19D-42C6-910D-0E60C8AF0B23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Why demand forecasting matters in retail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F76D66F-F367-3718-4867-131ED64F36ED}"/>
              </a:ext>
            </a:extLst>
          </p:cNvPr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BB56145-D4BB-6C06-24B0-4BE644F41979}"/>
              </a:ext>
            </a:extLst>
          </p:cNvPr>
          <p:cNvSpPr/>
          <p:nvPr/>
        </p:nvSpPr>
        <p:spPr>
          <a:xfrm>
            <a:off x="435864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081A9CB9-5357-0A4E-4602-738082206C4D}"/>
              </a:ext>
            </a:extLst>
          </p:cNvPr>
          <p:cNvSpPr/>
          <p:nvPr/>
        </p:nvSpPr>
        <p:spPr>
          <a:xfrm>
            <a:off x="809244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F376A-98CC-FA25-ED39-6CA976C3EC8E}"/>
              </a:ext>
            </a:extLst>
          </p:cNvPr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872CB4-5336-B7A5-7252-C24F7210F7A5}"/>
              </a:ext>
            </a:extLst>
          </p:cNvPr>
          <p:cNvSpPr/>
          <p:nvPr/>
        </p:nvSpPr>
        <p:spPr>
          <a:xfrm>
            <a:off x="4294632" y="1417320"/>
            <a:ext cx="64008" cy="18288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775728-02A3-437F-EB98-8DD8A6B3B8D7}"/>
              </a:ext>
            </a:extLst>
          </p:cNvPr>
          <p:cNvSpPr/>
          <p:nvPr/>
        </p:nvSpPr>
        <p:spPr>
          <a:xfrm>
            <a:off x="8067576" y="1434164"/>
            <a:ext cx="64008" cy="18288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244C3B-AEF8-F3FC-43A2-9F3F5888358A}"/>
              </a:ext>
            </a:extLst>
          </p:cNvPr>
          <p:cNvSpPr txBox="1"/>
          <p:nvPr/>
        </p:nvSpPr>
        <p:spPr>
          <a:xfrm>
            <a:off x="822959" y="1545336"/>
            <a:ext cx="3154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Demand uncertainty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Retailers must estimate demand across thousands of product-store combinations.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9D16A9-0856-65A3-4729-F8D372ADE16F}"/>
              </a:ext>
            </a:extLst>
          </p:cNvPr>
          <p:cNvSpPr txBox="1"/>
          <p:nvPr/>
        </p:nvSpPr>
        <p:spPr>
          <a:xfrm>
            <a:off x="4526280" y="1545336"/>
            <a:ext cx="3154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Inventory risk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Overestimating demand can create excess stock and holding costs.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19CFBA-CE3E-97DB-A5CF-E13623AD4159}"/>
              </a:ext>
            </a:extLst>
          </p:cNvPr>
          <p:cNvSpPr txBox="1"/>
          <p:nvPr/>
        </p:nvSpPr>
        <p:spPr>
          <a:xfrm>
            <a:off x="8229600" y="1545336"/>
            <a:ext cx="3154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Stockout risk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Underestimating demand can cause stockouts, lost sales and poor customer availability.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5DE392-1B5B-0C12-FF10-7C8D56EAE9EB}"/>
              </a:ext>
            </a:extLst>
          </p:cNvPr>
          <p:cNvSpPr txBox="1"/>
          <p:nvPr/>
        </p:nvSpPr>
        <p:spPr>
          <a:xfrm>
            <a:off x="672084" y="3813208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The project uses historical sales, pricing and calendar information to analyze demand patterns.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The objective is to create a data-driven forecasting workflow that can support inventory and replenishment planning.</a:t>
            </a:r>
          </a:p>
        </p:txBody>
      </p:sp>
    </p:spTree>
    <p:extLst>
      <p:ext uri="{BB962C8B-B14F-4D97-AF65-F5344CB8AC3E}">
        <p14:creationId xmlns:p14="http://schemas.microsoft.com/office/powerpoint/2010/main" val="185510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40790A-0D89-F81C-34EE-206B45FB9BF4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Business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25B90-B340-23F5-8C1C-69E818C76E11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9E72986-3929-5045-2F7C-027C28DE4940}"/>
              </a:ext>
            </a:extLst>
          </p:cNvPr>
          <p:cNvSpPr/>
          <p:nvPr/>
        </p:nvSpPr>
        <p:spPr>
          <a:xfrm>
            <a:off x="64008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E3161E1-7DA7-67AA-F794-3C71FCCFB1DF}"/>
              </a:ext>
            </a:extLst>
          </p:cNvPr>
          <p:cNvSpPr/>
          <p:nvPr/>
        </p:nvSpPr>
        <p:spPr>
          <a:xfrm>
            <a:off x="4302252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497344F-8F12-C393-CDEF-0380B63B57FD}"/>
              </a:ext>
            </a:extLst>
          </p:cNvPr>
          <p:cNvSpPr/>
          <p:nvPr/>
        </p:nvSpPr>
        <p:spPr>
          <a:xfrm>
            <a:off x="7964424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0731D59F-D9F1-6B5A-3621-2F2ECB18F44F}"/>
              </a:ext>
            </a:extLst>
          </p:cNvPr>
          <p:cNvSpPr/>
          <p:nvPr/>
        </p:nvSpPr>
        <p:spPr>
          <a:xfrm>
            <a:off x="594360" y="3574983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DC2E9E6-4FED-C501-AD86-FE99ABE356E5}"/>
              </a:ext>
            </a:extLst>
          </p:cNvPr>
          <p:cNvSpPr/>
          <p:nvPr/>
        </p:nvSpPr>
        <p:spPr>
          <a:xfrm>
            <a:off x="4302252" y="3574983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CE7C1B67-3BE1-7E6E-0091-E8C8E58DB6A6}"/>
              </a:ext>
            </a:extLst>
          </p:cNvPr>
          <p:cNvSpPr/>
          <p:nvPr/>
        </p:nvSpPr>
        <p:spPr>
          <a:xfrm>
            <a:off x="7964424" y="3574983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2E0D6-7570-44DB-4980-CFA50CA62946}"/>
              </a:ext>
            </a:extLst>
          </p:cNvPr>
          <p:cNvSpPr/>
          <p:nvPr/>
        </p:nvSpPr>
        <p:spPr>
          <a:xfrm>
            <a:off x="640080" y="1417320"/>
            <a:ext cx="64008" cy="173736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F54761-4E67-8126-D857-B2454E3A34EA}"/>
              </a:ext>
            </a:extLst>
          </p:cNvPr>
          <p:cNvSpPr/>
          <p:nvPr/>
        </p:nvSpPr>
        <p:spPr>
          <a:xfrm>
            <a:off x="4302252" y="1417320"/>
            <a:ext cx="64008" cy="173736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CE3531-DC83-0763-06F7-15D0E6850FC8}"/>
              </a:ext>
            </a:extLst>
          </p:cNvPr>
          <p:cNvSpPr/>
          <p:nvPr/>
        </p:nvSpPr>
        <p:spPr>
          <a:xfrm>
            <a:off x="7964424" y="1417320"/>
            <a:ext cx="64008" cy="173736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0794D-598C-0098-530A-E6C65BC86C02}"/>
              </a:ext>
            </a:extLst>
          </p:cNvPr>
          <p:cNvSpPr/>
          <p:nvPr/>
        </p:nvSpPr>
        <p:spPr>
          <a:xfrm>
            <a:off x="572061" y="3574983"/>
            <a:ext cx="64008" cy="173736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A5AB03-5D42-A153-F87E-4552F766E997}"/>
              </a:ext>
            </a:extLst>
          </p:cNvPr>
          <p:cNvSpPr/>
          <p:nvPr/>
        </p:nvSpPr>
        <p:spPr>
          <a:xfrm>
            <a:off x="4304979" y="3574983"/>
            <a:ext cx="64008" cy="17373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8A1BAC-6CC9-5298-0A07-41E1417DE357}"/>
              </a:ext>
            </a:extLst>
          </p:cNvPr>
          <p:cNvSpPr/>
          <p:nvPr/>
        </p:nvSpPr>
        <p:spPr>
          <a:xfrm>
            <a:off x="7978140" y="3574983"/>
            <a:ext cx="64008" cy="173736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855FDF-85B3-5F56-9B7C-FD1F9DBAFA00}"/>
              </a:ext>
            </a:extLst>
          </p:cNvPr>
          <p:cNvSpPr txBox="1"/>
          <p:nvPr/>
        </p:nvSpPr>
        <p:spPr>
          <a:xfrm>
            <a:off x="822959" y="154533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01  Analyze demand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Understand product, store, category and time-based sales patterns.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03D899-A63D-7AB7-BC3C-71CE100BE3FC}"/>
              </a:ext>
            </a:extLst>
          </p:cNvPr>
          <p:cNvSpPr txBox="1"/>
          <p:nvPr/>
        </p:nvSpPr>
        <p:spPr>
          <a:xfrm>
            <a:off x="4526280" y="154533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02  Find demand drivers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Study price, calendar and event-related effects.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49ABF3-969F-7DB3-02BD-378011280640}"/>
              </a:ext>
            </a:extLst>
          </p:cNvPr>
          <p:cNvSpPr txBox="1"/>
          <p:nvPr/>
        </p:nvSpPr>
        <p:spPr>
          <a:xfrm>
            <a:off x="8229599" y="154533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03  Prepare data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Convert wide daily sales into an analysis-ready structure.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C5F84E-A895-9913-03F7-62E6EC281D61}"/>
              </a:ext>
            </a:extLst>
          </p:cNvPr>
          <p:cNvSpPr txBox="1"/>
          <p:nvPr/>
        </p:nvSpPr>
        <p:spPr>
          <a:xfrm>
            <a:off x="822959" y="369417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04  Build model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Use historical demand features with a Random Forest model.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0559EE-051C-9AAD-71DC-B2E8BE4AFDE1}"/>
              </a:ext>
            </a:extLst>
          </p:cNvPr>
          <p:cNvSpPr txBox="1"/>
          <p:nvPr/>
        </p:nvSpPr>
        <p:spPr>
          <a:xfrm>
            <a:off x="4526280" y="369417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05  Evaluate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Measure forecasting error using MAE and RMSE.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CC283D-ABAE-6ADB-582E-E315F58145FF}"/>
              </a:ext>
            </a:extLst>
          </p:cNvPr>
          <p:cNvSpPr txBox="1"/>
          <p:nvPr/>
        </p:nvSpPr>
        <p:spPr>
          <a:xfrm>
            <a:off x="8229599" y="3694176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06  Support planning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Translate findings into inventory and demand-planning actions.</a:t>
            </a:r>
          </a:p>
        </p:txBody>
      </p:sp>
    </p:spTree>
    <p:extLst>
      <p:ext uri="{BB962C8B-B14F-4D97-AF65-F5344CB8AC3E}">
        <p14:creationId xmlns:p14="http://schemas.microsoft.com/office/powerpoint/2010/main" val="62880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184457-B5A4-6598-B713-EA4664E6DC2D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Business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31410-6EA7-D4A9-6163-C4DB568AF85C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Questions addressed through descriptive, diagnostic and predictive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59D91-7139-95B6-E8A5-FDE1DE7D1090}"/>
              </a:ext>
            </a:extLst>
          </p:cNvPr>
          <p:cNvSpPr txBox="1"/>
          <p:nvPr/>
        </p:nvSpPr>
        <p:spPr>
          <a:xfrm>
            <a:off x="762000" y="150876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Which products and stores generate the highest demand?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Which categories and departments contribute most to sales?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How does demand change over time?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Does selling price have an observable relationship with sales?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Do events and calendar periods affect demand?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Which demand patterns can be used for forecasting?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How accurately does the predictive model estimate the evaluation-period sales?</a:t>
            </a:r>
          </a:p>
        </p:txBody>
      </p:sp>
    </p:spTree>
    <p:extLst>
      <p:ext uri="{BB962C8B-B14F-4D97-AF65-F5344CB8AC3E}">
        <p14:creationId xmlns:p14="http://schemas.microsoft.com/office/powerpoint/2010/main" val="92476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>
            <a:extLst>
              <a:ext uri="{FF2B5EF4-FFF2-40B4-BE49-F238E27FC236}">
                <a16:creationId xmlns:a16="http://schemas.microsoft.com/office/drawing/2014/main" id="{F296B0B4-C1FA-ACC2-73C7-AB42EA4EE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0528"/>
            <a:ext cx="10972800" cy="2926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454EFC-8DEC-D57C-62FF-482600D158E5}"/>
              </a:ext>
            </a:extLst>
          </p:cNvPr>
          <p:cNvSpPr txBox="1"/>
          <p:nvPr/>
        </p:nvSpPr>
        <p:spPr>
          <a:xfrm>
            <a:off x="609600" y="4738775"/>
            <a:ext cx="10483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3282D"/>
                </a:solidFill>
              </a:rPr>
              <a:t>Scale: the sales files are extremely wide, with one column per daily observation. This structure is transformed before modelling.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52579F6-8856-112E-64C4-52F28E08BC5D}"/>
              </a:ext>
            </a:extLst>
          </p:cNvPr>
          <p:cNvSpPr txBox="1"/>
          <p:nvPr/>
        </p:nvSpPr>
        <p:spPr>
          <a:xfrm>
            <a:off x="609600" y="12107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76420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869C0759-60F5-C59D-2A39-A053954557EB}"/>
              </a:ext>
            </a:extLst>
          </p:cNvPr>
          <p:cNvSpPr txBox="1"/>
          <p:nvPr/>
        </p:nvSpPr>
        <p:spPr>
          <a:xfrm>
            <a:off x="647698" y="193631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700" b="1">
                <a:solidFill>
                  <a:srgbClr val="142A44"/>
                </a:solidFill>
                <a:latin typeface="Aptos Display"/>
              </a:rPr>
              <a:t>Data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CEB57-2E60-9017-550A-A4DC6DA9866E}"/>
              </a:ext>
            </a:extLst>
          </p:cNvPr>
          <p:cNvSpPr txBox="1"/>
          <p:nvPr/>
        </p:nvSpPr>
        <p:spPr>
          <a:xfrm>
            <a:off x="647698" y="888359"/>
            <a:ext cx="614813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697078"/>
                </a:solidFill>
                <a:latin typeface="Aptos"/>
              </a:rPr>
              <a:t>Role of each source file in the analysis</a:t>
            </a:r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3D62A879-6A06-BCFB-38FC-924395A3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8" y="1596189"/>
            <a:ext cx="10789920" cy="2286000"/>
          </a:xfrm>
          <a:prstGeom prst="rect">
            <a:avLst/>
          </a:prstGeom>
        </p:spPr>
      </p:pic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E447CD0-0B52-17A0-41F5-53B378636F90}"/>
              </a:ext>
            </a:extLst>
          </p:cNvPr>
          <p:cNvSpPr/>
          <p:nvPr/>
        </p:nvSpPr>
        <p:spPr>
          <a:xfrm>
            <a:off x="647698" y="4370271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b="1" dirty="0">
                <a:solidFill>
                  <a:srgbClr val="142A44"/>
                </a:solidFill>
                <a:latin typeface="Aptos"/>
              </a:rPr>
              <a:t>Key challenge</a:t>
            </a:r>
          </a:p>
          <a:p>
            <a:pPr>
              <a:spcAft>
                <a:spcPts val="300"/>
              </a:spcAft>
            </a:pPr>
            <a:r>
              <a:rPr lang="en-US" sz="1150" dirty="0">
                <a:solidFill>
                  <a:srgbClr val="23282D"/>
                </a:solidFill>
                <a:latin typeface="Aptos"/>
              </a:rPr>
              <a:t>The original sales data is in wide format: d_1, d_2, … </a:t>
            </a:r>
            <a:r>
              <a:rPr lang="en-US" sz="1150" dirty="0" err="1">
                <a:solidFill>
                  <a:srgbClr val="23282D"/>
                </a:solidFill>
                <a:latin typeface="Aptos"/>
              </a:rPr>
              <a:t>d_n</a:t>
            </a:r>
            <a:r>
              <a:rPr lang="en-US" sz="1150" dirty="0">
                <a:solidFill>
                  <a:srgbClr val="23282D"/>
                </a:solidFill>
                <a:latin typeface="Aptos"/>
              </a:rPr>
              <a:t>.</a:t>
            </a:r>
            <a:endParaRPr sz="1150" dirty="0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E8CAC36-7B5E-41A4-AAB8-70ECBF642720}"/>
              </a:ext>
            </a:extLst>
          </p:cNvPr>
          <p:cNvSpPr/>
          <p:nvPr/>
        </p:nvSpPr>
        <p:spPr>
          <a:xfrm>
            <a:off x="6332222" y="4370271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rgbClr val="142A44"/>
                </a:solidFill>
                <a:latin typeface="Aptos"/>
              </a:rPr>
              <a:t>Transformation need</a:t>
            </a:r>
          </a:p>
          <a:p>
            <a:pPr>
              <a:spcAft>
                <a:spcPts val="300"/>
              </a:spcAft>
            </a:pPr>
            <a:r>
              <a:rPr lang="en-US" sz="1150" dirty="0">
                <a:solidFill>
                  <a:srgbClr val="23282D"/>
                </a:solidFill>
                <a:latin typeface="Aptos"/>
              </a:rPr>
              <a:t>Daily sales columns are reshaped and mapped to calendar dates before analysis.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3A4052-9018-3498-988E-001970F0BD6F}"/>
              </a:ext>
            </a:extLst>
          </p:cNvPr>
          <p:cNvSpPr/>
          <p:nvPr/>
        </p:nvSpPr>
        <p:spPr>
          <a:xfrm flipH="1">
            <a:off x="6244632" y="4401153"/>
            <a:ext cx="87590" cy="132588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813384-4CA9-9D5A-0394-BA9BE11800AC}"/>
              </a:ext>
            </a:extLst>
          </p:cNvPr>
          <p:cNvSpPr/>
          <p:nvPr/>
        </p:nvSpPr>
        <p:spPr>
          <a:xfrm>
            <a:off x="583690" y="4401153"/>
            <a:ext cx="64008" cy="132588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0019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588427-6806-0627-987E-E10E5F98AA2F}"/>
              </a:ext>
            </a:extLst>
          </p:cNvPr>
          <p:cNvSpPr txBox="1"/>
          <p:nvPr/>
        </p:nvSpPr>
        <p:spPr>
          <a:xfrm>
            <a:off x="611605" y="191253"/>
            <a:ext cx="61481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142A44"/>
                </a:solidFill>
                <a:latin typeface="Aptos Display"/>
              </a:rPr>
              <a:t>Data Dictionary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4FE1F-9018-FE2E-1276-979706130F79}"/>
              </a:ext>
            </a:extLst>
          </p:cNvPr>
          <p:cNvSpPr txBox="1"/>
          <p:nvPr/>
        </p:nvSpPr>
        <p:spPr>
          <a:xfrm>
            <a:off x="611605" y="760022"/>
            <a:ext cx="614813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697078"/>
                </a:solidFill>
                <a:latin typeface="Aptos"/>
              </a:rPr>
              <a:t>Key variables used across sales, calendar and pricing data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18A8257-F86E-30D3-3506-E0FE120DE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556405"/>
              </p:ext>
            </p:extLst>
          </p:nvPr>
        </p:nvGraphicFramePr>
        <p:xfrm>
          <a:off x="609600" y="1114498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Business relevance</a:t>
                      </a:r>
                    </a:p>
                  </a:txBody>
                  <a:tcPr>
                    <a:solidFill>
                      <a:srgbClr val="14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Product-store series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Forecasting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item_id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Product identifier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Product-level analysis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dept_id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Department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Department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cat_id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Category identifier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Category performance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store_id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Store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Store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state_id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State identifier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Regional patterns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d_1 … d_n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Daily unit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Historical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Calendar date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Time-series analysis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wm_yr_wk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Year-week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Links price to calendar/sales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event_name_1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Primary event / holiday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Event impact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sell_price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t>Weekly selling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3282D"/>
                          </a:solidFill>
                        </a:defRPr>
                      </a:pPr>
                      <a:r>
                        <a:rPr dirty="0"/>
                        <a:t>Price-demand relationship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787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77C1E2-0F53-33B0-A9B3-2B7B39CCEA45}"/>
              </a:ext>
            </a:extLst>
          </p:cNvPr>
          <p:cNvSpPr txBox="1"/>
          <p:nvPr/>
        </p:nvSpPr>
        <p:spPr>
          <a:xfrm>
            <a:off x="475248" y="135106"/>
            <a:ext cx="61481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142A44"/>
                </a:solidFill>
                <a:latin typeface="Aptos Display"/>
              </a:rPr>
              <a:t>Data Relationships / ER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91E93-05F6-349E-1EE4-8CB0D9A81301}"/>
              </a:ext>
            </a:extLst>
          </p:cNvPr>
          <p:cNvSpPr txBox="1"/>
          <p:nvPr/>
        </p:nvSpPr>
        <p:spPr>
          <a:xfrm>
            <a:off x="475248" y="743980"/>
            <a:ext cx="614813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697078"/>
                </a:solidFill>
                <a:latin typeface="Aptos"/>
              </a:rPr>
              <a:t>Logical relationship between the main M5 data structures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2A8E644-F4E3-233C-659E-34A6C6AF642A}"/>
              </a:ext>
            </a:extLst>
          </p:cNvPr>
          <p:cNvSpPr/>
          <p:nvPr/>
        </p:nvSpPr>
        <p:spPr>
          <a:xfrm>
            <a:off x="752375" y="1483895"/>
            <a:ext cx="29718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142A44"/>
                </a:solidFill>
              </a:rPr>
              <a:t>SALES TRAIN
id • </a:t>
            </a:r>
            <a:r>
              <a:rPr sz="1200" b="1" dirty="0" err="1">
                <a:solidFill>
                  <a:srgbClr val="142A44"/>
                </a:solidFill>
              </a:rPr>
              <a:t>item_id</a:t>
            </a:r>
            <a:r>
              <a:rPr sz="1200" b="1" dirty="0">
                <a:solidFill>
                  <a:srgbClr val="142A44"/>
                </a:solidFill>
              </a:rPr>
              <a:t> • </a:t>
            </a:r>
            <a:r>
              <a:rPr sz="1200" b="1" dirty="0" err="1">
                <a:solidFill>
                  <a:srgbClr val="142A44"/>
                </a:solidFill>
              </a:rPr>
              <a:t>store_id</a:t>
            </a:r>
            <a:r>
              <a:rPr sz="1200" b="1" dirty="0">
                <a:solidFill>
                  <a:srgbClr val="142A44"/>
                </a:solidFill>
              </a:rPr>
              <a:t>
</a:t>
            </a:r>
            <a:r>
              <a:rPr sz="1200" b="1" dirty="0" err="1">
                <a:solidFill>
                  <a:srgbClr val="142A44"/>
                </a:solidFill>
              </a:rPr>
              <a:t>cat_id</a:t>
            </a:r>
            <a:r>
              <a:rPr sz="1200" b="1" dirty="0">
                <a:solidFill>
                  <a:srgbClr val="142A44"/>
                </a:solidFill>
              </a:rPr>
              <a:t> • </a:t>
            </a:r>
            <a:r>
              <a:rPr sz="1200" b="1" dirty="0" err="1">
                <a:solidFill>
                  <a:srgbClr val="142A44"/>
                </a:solidFill>
              </a:rPr>
              <a:t>dept_id</a:t>
            </a:r>
            <a:r>
              <a:rPr sz="1200" b="1" dirty="0">
                <a:solidFill>
                  <a:srgbClr val="142A44"/>
                </a:solidFill>
              </a:rPr>
              <a:t> • d_1…</a:t>
            </a:r>
            <a:r>
              <a:rPr sz="1200" b="1" dirty="0" err="1">
                <a:solidFill>
                  <a:srgbClr val="142A44"/>
                </a:solidFill>
              </a:rPr>
              <a:t>d_n</a:t>
            </a:r>
            <a:endParaRPr sz="1200" b="1" dirty="0">
              <a:solidFill>
                <a:srgbClr val="142A44"/>
              </a:solidFill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33D70FED-E64C-E91D-9B91-2F4C84478DC7}"/>
              </a:ext>
            </a:extLst>
          </p:cNvPr>
          <p:cNvSpPr/>
          <p:nvPr/>
        </p:nvSpPr>
        <p:spPr>
          <a:xfrm>
            <a:off x="2377440" y="4251960"/>
            <a:ext cx="2971800" cy="1234440"/>
          </a:xfrm>
          <a:prstGeom prst="roundRect">
            <a:avLst/>
          </a:prstGeom>
          <a:solidFill>
            <a:srgbClr val="E1EDF9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SALES_DAILY
id • item_id • store_id
date • sales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35426F3-0DF7-8819-F8E4-240738BD1713}"/>
              </a:ext>
            </a:extLst>
          </p:cNvPr>
          <p:cNvSpPr/>
          <p:nvPr/>
        </p:nvSpPr>
        <p:spPr>
          <a:xfrm>
            <a:off x="5137484" y="1028673"/>
            <a:ext cx="29718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142A44"/>
                </a:solidFill>
              </a:rPr>
              <a:t>CALENDAR
d • date • weekday • month
year • events • SNAP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4C1C140B-6409-7F9E-7189-3619A81A743A}"/>
              </a:ext>
            </a:extLst>
          </p:cNvPr>
          <p:cNvSpPr/>
          <p:nvPr/>
        </p:nvSpPr>
        <p:spPr>
          <a:xfrm>
            <a:off x="8868878" y="1925855"/>
            <a:ext cx="29718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SELL PRICES
store_id • item_id
wm_yr_wk • sell_price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21E597E-1821-F07D-3DAD-456397ABDC57}"/>
              </a:ext>
            </a:extLst>
          </p:cNvPr>
          <p:cNvSpPr/>
          <p:nvPr/>
        </p:nvSpPr>
        <p:spPr>
          <a:xfrm>
            <a:off x="6812280" y="4251960"/>
            <a:ext cx="2971800" cy="123444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42A44"/>
                </a:solidFill>
              </a:rPr>
              <a:t>SALES_DAILY_ENRICHED
sales + calendar + price
features for modelling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066C5-0DCA-BCAE-FD9B-21BE53646808}"/>
              </a:ext>
            </a:extLst>
          </p:cNvPr>
          <p:cNvSpPr txBox="1"/>
          <p:nvPr/>
        </p:nvSpPr>
        <p:spPr>
          <a:xfrm>
            <a:off x="2377440" y="332512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dirty="0">
                <a:solidFill>
                  <a:srgbClr val="697078"/>
                </a:solidFill>
              </a:rPr>
              <a:t>Unpivot daily columns</a:t>
            </a:r>
          </a:p>
        </p:txBody>
      </p:sp>
      <p:cxnSp>
        <p:nvCxnSpPr>
          <p:cNvPr id="21" name="Connector 8">
            <a:extLst>
              <a:ext uri="{FF2B5EF4-FFF2-40B4-BE49-F238E27FC236}">
                <a16:creationId xmlns:a16="http://schemas.microsoft.com/office/drawing/2014/main" id="{B895B562-DBC6-80AB-26A7-B0132F40993E}"/>
              </a:ext>
            </a:extLst>
          </p:cNvPr>
          <p:cNvCxnSpPr>
            <a:cxnSpLocks/>
          </p:cNvCxnSpPr>
          <p:nvPr/>
        </p:nvCxnSpPr>
        <p:spPr>
          <a:xfrm>
            <a:off x="1900989" y="2718335"/>
            <a:ext cx="1122948" cy="1533625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9">
            <a:extLst>
              <a:ext uri="{FF2B5EF4-FFF2-40B4-BE49-F238E27FC236}">
                <a16:creationId xmlns:a16="http://schemas.microsoft.com/office/drawing/2014/main" id="{0922FF12-AB8A-FBDE-79A3-4E057C5E752E}"/>
              </a:ext>
            </a:extLst>
          </p:cNvPr>
          <p:cNvCxnSpPr>
            <a:cxnSpLocks/>
          </p:cNvCxnSpPr>
          <p:nvPr/>
        </p:nvCxnSpPr>
        <p:spPr>
          <a:xfrm flipH="1">
            <a:off x="4259179" y="2263113"/>
            <a:ext cx="1892968" cy="1988847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704E33-5EFE-43B7-0A8B-F1C2B55D1FEC}"/>
              </a:ext>
            </a:extLst>
          </p:cNvPr>
          <p:cNvSpPr txBox="1"/>
          <p:nvPr/>
        </p:nvSpPr>
        <p:spPr>
          <a:xfrm>
            <a:off x="4389120" y="2689886"/>
            <a:ext cx="18717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dirty="0">
                <a:solidFill>
                  <a:srgbClr val="697078"/>
                </a:solidFill>
              </a:rPr>
              <a:t>d → date</a:t>
            </a:r>
          </a:p>
        </p:txBody>
      </p:sp>
      <p:cxnSp>
        <p:nvCxnSpPr>
          <p:cNvPr id="30" name="Connector 10">
            <a:extLst>
              <a:ext uri="{FF2B5EF4-FFF2-40B4-BE49-F238E27FC236}">
                <a16:creationId xmlns:a16="http://schemas.microsoft.com/office/drawing/2014/main" id="{23A010DC-04FF-35CC-D026-C8DEE6697675}"/>
              </a:ext>
            </a:extLst>
          </p:cNvPr>
          <p:cNvCxnSpPr>
            <a:cxnSpLocks/>
          </p:cNvCxnSpPr>
          <p:nvPr/>
        </p:nvCxnSpPr>
        <p:spPr>
          <a:xfrm flipH="1">
            <a:off x="8321040" y="3160295"/>
            <a:ext cx="1095676" cy="1091665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782350C-726E-F565-643B-382B108B5D75}"/>
              </a:ext>
            </a:extLst>
          </p:cNvPr>
          <p:cNvSpPr txBox="1"/>
          <p:nvPr/>
        </p:nvSpPr>
        <p:spPr>
          <a:xfrm>
            <a:off x="7990974" y="3570748"/>
            <a:ext cx="34470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dirty="0">
                <a:solidFill>
                  <a:srgbClr val="697078"/>
                </a:solidFill>
              </a:rPr>
              <a:t>item + store + week</a:t>
            </a:r>
          </a:p>
        </p:txBody>
      </p:sp>
      <p:cxnSp>
        <p:nvCxnSpPr>
          <p:cNvPr id="34" name="Connector 11">
            <a:extLst>
              <a:ext uri="{FF2B5EF4-FFF2-40B4-BE49-F238E27FC236}">
                <a16:creationId xmlns:a16="http://schemas.microsoft.com/office/drawing/2014/main" id="{8AEC5368-DD08-4FEB-1F02-4348678C5CD5}"/>
              </a:ext>
            </a:extLst>
          </p:cNvPr>
          <p:cNvCxnSpPr/>
          <p:nvPr/>
        </p:nvCxnSpPr>
        <p:spPr>
          <a:xfrm>
            <a:off x="5349240" y="4864608"/>
            <a:ext cx="146304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F540D62-30EC-8AA5-170E-5D6C99A417AA}"/>
              </a:ext>
            </a:extLst>
          </p:cNvPr>
          <p:cNvSpPr txBox="1"/>
          <p:nvPr/>
        </p:nvSpPr>
        <p:spPr>
          <a:xfrm>
            <a:off x="5090160" y="5131885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dirty="0">
                <a:solidFill>
                  <a:srgbClr val="697078"/>
                </a:solidFill>
              </a:rPr>
              <a:t>Join / enrich</a:t>
            </a:r>
          </a:p>
        </p:txBody>
      </p:sp>
    </p:spTree>
    <p:extLst>
      <p:ext uri="{BB962C8B-B14F-4D97-AF65-F5344CB8AC3E}">
        <p14:creationId xmlns:p14="http://schemas.microsoft.com/office/powerpoint/2010/main" val="25344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9FFB08-12A8-6FFB-A881-A3E979103573}"/>
              </a:ext>
            </a:extLst>
          </p:cNvPr>
          <p:cNvSpPr txBox="1"/>
          <p:nvPr/>
        </p:nvSpPr>
        <p:spPr>
          <a:xfrm>
            <a:off x="547437" y="199274"/>
            <a:ext cx="61481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142A44"/>
                </a:solidFill>
                <a:latin typeface="Aptos Display"/>
              </a:rPr>
              <a:t>Technology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90A24-CA75-DA25-4B13-748D0305B33F}"/>
              </a:ext>
            </a:extLst>
          </p:cNvPr>
          <p:cNvSpPr txBox="1"/>
          <p:nvPr/>
        </p:nvSpPr>
        <p:spPr>
          <a:xfrm>
            <a:off x="547437" y="776064"/>
            <a:ext cx="614813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697078"/>
                </a:solidFill>
                <a:latin typeface="Aptos"/>
              </a:rPr>
              <a:t>Tool selected for each stage of the workflow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E01F8AB-C1D6-09FC-0BC8-7A27921FD2CB}"/>
              </a:ext>
            </a:extLst>
          </p:cNvPr>
          <p:cNvSpPr/>
          <p:nvPr/>
        </p:nvSpPr>
        <p:spPr>
          <a:xfrm>
            <a:off x="731520" y="128016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BC76FE-BE13-F770-73A6-EEFD527A46C6}"/>
              </a:ext>
            </a:extLst>
          </p:cNvPr>
          <p:cNvSpPr/>
          <p:nvPr/>
        </p:nvSpPr>
        <p:spPr>
          <a:xfrm>
            <a:off x="729996" y="1280160"/>
            <a:ext cx="64008" cy="621792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C0515C-6957-D3B3-F495-99134376B07B}"/>
              </a:ext>
            </a:extLst>
          </p:cNvPr>
          <p:cNvSpPr txBox="1"/>
          <p:nvPr/>
        </p:nvSpPr>
        <p:spPr>
          <a:xfrm>
            <a:off x="914400" y="1408176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42A44"/>
                </a:solidFill>
                <a:latin typeface="Aptos"/>
              </a:rPr>
              <a:t>Excel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Initial data review, documentation, data dictionary and relationships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23BE3C80-52B8-FAB7-9A58-F729FBB38103}"/>
              </a:ext>
            </a:extLst>
          </p:cNvPr>
          <p:cNvSpPr/>
          <p:nvPr/>
        </p:nvSpPr>
        <p:spPr>
          <a:xfrm>
            <a:off x="762000" y="2068789"/>
            <a:ext cx="10668000" cy="674357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F91B21-2394-CE1E-E7E4-9A3070232D69}"/>
              </a:ext>
            </a:extLst>
          </p:cNvPr>
          <p:cNvSpPr txBox="1"/>
          <p:nvPr/>
        </p:nvSpPr>
        <p:spPr>
          <a:xfrm>
            <a:off x="914400" y="2212848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42A44"/>
                </a:solidFill>
                <a:latin typeface="Aptos"/>
              </a:rPr>
              <a:t>Snowflake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Cloud data storage, SQL transformations, joins and analytical tables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F89D40-4765-C0AD-8733-026C99AA8180}"/>
              </a:ext>
            </a:extLst>
          </p:cNvPr>
          <p:cNvSpPr/>
          <p:nvPr/>
        </p:nvSpPr>
        <p:spPr>
          <a:xfrm>
            <a:off x="746118" y="2095071"/>
            <a:ext cx="64008" cy="621792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04062962-2372-2CFC-659C-DA56FEC490C6}"/>
              </a:ext>
            </a:extLst>
          </p:cNvPr>
          <p:cNvSpPr/>
          <p:nvPr/>
        </p:nvSpPr>
        <p:spPr>
          <a:xfrm>
            <a:off x="731520" y="2889504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5E0077-5D67-8219-DF4E-70F3F9861711}"/>
              </a:ext>
            </a:extLst>
          </p:cNvPr>
          <p:cNvSpPr/>
          <p:nvPr/>
        </p:nvSpPr>
        <p:spPr>
          <a:xfrm>
            <a:off x="731520" y="2889504"/>
            <a:ext cx="64008" cy="621792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97823-6001-47D3-91A7-086F1A17467A}"/>
              </a:ext>
            </a:extLst>
          </p:cNvPr>
          <p:cNvSpPr txBox="1"/>
          <p:nvPr/>
        </p:nvSpPr>
        <p:spPr>
          <a:xfrm>
            <a:off x="914400" y="3017520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42A44"/>
                </a:solidFill>
                <a:latin typeface="Aptos"/>
              </a:rPr>
              <a:t>Databricks / Python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Data transformation, feature preparation, modelling and evaluation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BFE24F11-FEBB-EECD-FA1B-D6EBEC2350A9}"/>
              </a:ext>
            </a:extLst>
          </p:cNvPr>
          <p:cNvSpPr/>
          <p:nvPr/>
        </p:nvSpPr>
        <p:spPr>
          <a:xfrm>
            <a:off x="731520" y="3694176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E41AF2-F8A9-3A57-1E94-6031A60E17B0}"/>
              </a:ext>
            </a:extLst>
          </p:cNvPr>
          <p:cNvSpPr/>
          <p:nvPr/>
        </p:nvSpPr>
        <p:spPr>
          <a:xfrm>
            <a:off x="731520" y="3694176"/>
            <a:ext cx="64008" cy="621792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31D0A1-D69C-B336-B670-E88B8B00A116}"/>
              </a:ext>
            </a:extLst>
          </p:cNvPr>
          <p:cNvSpPr txBox="1"/>
          <p:nvPr/>
        </p:nvSpPr>
        <p:spPr>
          <a:xfrm>
            <a:off x="914400" y="3822191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42A44"/>
                </a:solidFill>
                <a:latin typeface="Aptos"/>
              </a:rPr>
              <a:t>Power BI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Interactive business dashboards and KPI reporting</a:t>
            </a: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512038A6-36E7-E973-3DC3-3873580C917A}"/>
              </a:ext>
            </a:extLst>
          </p:cNvPr>
          <p:cNvSpPr/>
          <p:nvPr/>
        </p:nvSpPr>
        <p:spPr>
          <a:xfrm>
            <a:off x="731520" y="4498848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DD9F42-BEC2-C907-787C-9C47762B3F3A}"/>
              </a:ext>
            </a:extLst>
          </p:cNvPr>
          <p:cNvSpPr/>
          <p:nvPr/>
        </p:nvSpPr>
        <p:spPr>
          <a:xfrm>
            <a:off x="731520" y="4498848"/>
            <a:ext cx="64008" cy="621792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62A8A9-9DB2-F44C-874C-2DECB02D2F6A}"/>
              </a:ext>
            </a:extLst>
          </p:cNvPr>
          <p:cNvSpPr txBox="1"/>
          <p:nvPr/>
        </p:nvSpPr>
        <p:spPr>
          <a:xfrm>
            <a:off x="914400" y="4626864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142A44"/>
                </a:solidFill>
                <a:latin typeface="Aptos"/>
              </a:rPr>
              <a:t>Streamlit</a:t>
            </a:r>
            <a:endParaRPr sz="1300" b="1" dirty="0">
              <a:solidFill>
                <a:srgbClr val="142A4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Interactive application for project demonstration</a:t>
            </a:r>
          </a:p>
        </p:txBody>
      </p:sp>
      <p:sp>
        <p:nvSpPr>
          <p:cNvPr id="49" name="Rounded Rectangle 18">
            <a:extLst>
              <a:ext uri="{FF2B5EF4-FFF2-40B4-BE49-F238E27FC236}">
                <a16:creationId xmlns:a16="http://schemas.microsoft.com/office/drawing/2014/main" id="{0CCEE2A4-C506-EEA5-E702-C2BE4520C598}"/>
              </a:ext>
            </a:extLst>
          </p:cNvPr>
          <p:cNvSpPr/>
          <p:nvPr/>
        </p:nvSpPr>
        <p:spPr>
          <a:xfrm>
            <a:off x="731520" y="5303520"/>
            <a:ext cx="10698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101D51-AC8F-724D-E0C7-529F4D54DF70}"/>
              </a:ext>
            </a:extLst>
          </p:cNvPr>
          <p:cNvSpPr/>
          <p:nvPr/>
        </p:nvSpPr>
        <p:spPr>
          <a:xfrm>
            <a:off x="731520" y="5303520"/>
            <a:ext cx="64008" cy="621792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D9D492-50E3-F8A7-6029-E749FCE8B87B}"/>
              </a:ext>
            </a:extLst>
          </p:cNvPr>
          <p:cNvSpPr txBox="1"/>
          <p:nvPr/>
        </p:nvSpPr>
        <p:spPr>
          <a:xfrm>
            <a:off x="914400" y="5431536"/>
            <a:ext cx="10378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42A44"/>
                </a:solidFill>
                <a:latin typeface="Aptos"/>
              </a:rPr>
              <a:t>GitHub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23282D"/>
                </a:solidFill>
                <a:latin typeface="Aptos"/>
              </a:rPr>
              <a:t>Version control and centralized project delivery</a:t>
            </a:r>
          </a:p>
        </p:txBody>
      </p:sp>
    </p:spTree>
    <p:extLst>
      <p:ext uri="{BB962C8B-B14F-4D97-AF65-F5344CB8AC3E}">
        <p14:creationId xmlns:p14="http://schemas.microsoft.com/office/powerpoint/2010/main" val="390189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88C5FE-A496-9F4C-216A-928F88069055}"/>
              </a:ext>
            </a:extLst>
          </p:cNvPr>
          <p:cNvSpPr txBox="1"/>
          <p:nvPr/>
        </p:nvSpPr>
        <p:spPr>
          <a:xfrm>
            <a:off x="385812" y="207745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End-to-End Data &amp; Analytics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22D2D-EA3B-B6D0-CA7E-935452F861FC}"/>
              </a:ext>
            </a:extLst>
          </p:cNvPr>
          <p:cNvSpPr txBox="1"/>
          <p:nvPr/>
        </p:nvSpPr>
        <p:spPr>
          <a:xfrm>
            <a:off x="385812" y="802105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How the project moves from raw data to business output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A741D88-DD5E-A876-DBC9-2D5F412AEB52}"/>
              </a:ext>
            </a:extLst>
          </p:cNvPr>
          <p:cNvSpPr/>
          <p:nvPr/>
        </p:nvSpPr>
        <p:spPr>
          <a:xfrm>
            <a:off x="385812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01
M5 CSVs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83CCE1AA-82B6-CD46-F0FD-D2890350BD20}"/>
              </a:ext>
            </a:extLst>
          </p:cNvPr>
          <p:cNvSpPr/>
          <p:nvPr/>
        </p:nvSpPr>
        <p:spPr>
          <a:xfrm>
            <a:off x="1876926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02
Excel
Documentation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2AF34ECB-BC99-04D5-EFC1-FF83A31973EF}"/>
              </a:ext>
            </a:extLst>
          </p:cNvPr>
          <p:cNvSpPr/>
          <p:nvPr/>
        </p:nvSpPr>
        <p:spPr>
          <a:xfrm>
            <a:off x="3246119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03
Snowflake
RAW + SQL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08DD8B17-6230-6BB5-39A0-D8DA26D9764F}"/>
              </a:ext>
            </a:extLst>
          </p:cNvPr>
          <p:cNvSpPr/>
          <p:nvPr/>
        </p:nvSpPr>
        <p:spPr>
          <a:xfrm>
            <a:off x="4711566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04
Daily
Transformation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B7875A6C-1BA8-2971-20FB-B34A6AF2A112}"/>
              </a:ext>
            </a:extLst>
          </p:cNvPr>
          <p:cNvSpPr/>
          <p:nvPr/>
        </p:nvSpPr>
        <p:spPr>
          <a:xfrm>
            <a:off x="6128886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05
Calendar +
Price Join</a:t>
            </a:r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D09750BC-0E91-CF4B-8B33-12CAE468420E}"/>
              </a:ext>
            </a:extLst>
          </p:cNvPr>
          <p:cNvSpPr/>
          <p:nvPr/>
        </p:nvSpPr>
        <p:spPr>
          <a:xfrm>
            <a:off x="7560242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06
Databricks
Model</a:t>
            </a:r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11E4C00B-F29A-12F5-3DF3-6760C216D201}"/>
              </a:ext>
            </a:extLst>
          </p:cNvPr>
          <p:cNvSpPr/>
          <p:nvPr/>
        </p:nvSpPr>
        <p:spPr>
          <a:xfrm>
            <a:off x="8991598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07
Power BI +
Streamlit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17893544-127C-AFE2-F495-FEDB83F56803}"/>
              </a:ext>
            </a:extLst>
          </p:cNvPr>
          <p:cNvSpPr/>
          <p:nvPr/>
        </p:nvSpPr>
        <p:spPr>
          <a:xfrm>
            <a:off x="10422954" y="1807945"/>
            <a:ext cx="1234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08
Business
Insights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3B436165-9EB9-8339-97D2-A49BF140C070}"/>
              </a:ext>
            </a:extLst>
          </p:cNvPr>
          <p:cNvSpPr/>
          <p:nvPr/>
        </p:nvSpPr>
        <p:spPr>
          <a:xfrm>
            <a:off x="1005840" y="4251960"/>
            <a:ext cx="10149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3DAC1F-1CFD-93F3-E571-E840C80D4F7C}"/>
              </a:ext>
            </a:extLst>
          </p:cNvPr>
          <p:cNvSpPr/>
          <p:nvPr/>
        </p:nvSpPr>
        <p:spPr>
          <a:xfrm>
            <a:off x="1005840" y="4251960"/>
            <a:ext cx="64008" cy="123444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EEB136-270B-780D-F7CC-A2598179998B}"/>
              </a:ext>
            </a:extLst>
          </p:cNvPr>
          <p:cNvSpPr txBox="1"/>
          <p:nvPr/>
        </p:nvSpPr>
        <p:spPr>
          <a:xfrm>
            <a:off x="1188720" y="4379976"/>
            <a:ext cx="9829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Core transformation</a:t>
            </a: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23282D"/>
                </a:solidFill>
                <a:latin typeface="Aptos"/>
              </a:rPr>
              <a:t>Wide sales data → long daily sales → calendar mapping → weekly price integration → enriched modelling dataset → forecast + dashboards</a:t>
            </a:r>
          </a:p>
        </p:txBody>
      </p:sp>
    </p:spTree>
    <p:extLst>
      <p:ext uri="{BB962C8B-B14F-4D97-AF65-F5344CB8AC3E}">
        <p14:creationId xmlns:p14="http://schemas.microsoft.com/office/powerpoint/2010/main" val="378882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14FD67-5042-9B42-FA7D-0471952135CF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Excel – Data Documentation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DBCC9-CD49-698B-C192-E0E5DDC9E92A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First stage: understand and document the raw data before engineering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174957D6-85A4-5B0B-23C2-61B2667D101A}"/>
              </a:ext>
            </a:extLst>
          </p:cNvPr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E4DAFE-C9C3-C551-C6DE-09DE967D351D}"/>
              </a:ext>
            </a:extLst>
          </p:cNvPr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9F35C-48C1-3548-2133-28093A539B64}"/>
              </a:ext>
            </a:extLst>
          </p:cNvPr>
          <p:cNvSpPr txBox="1"/>
          <p:nvPr/>
        </p:nvSpPr>
        <p:spPr>
          <a:xfrm>
            <a:off x="822959" y="1545336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Project Overview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Documented the business problem, objective, industry and project scope.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4FD52B2-B731-8469-2D68-3B53269986D1}"/>
              </a:ext>
            </a:extLst>
          </p:cNvPr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C7F583-02DD-190C-F047-54C4149EEBDF}"/>
              </a:ext>
            </a:extLst>
          </p:cNvPr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37ED6A-A2B6-DDCB-0062-842D7C91520F}"/>
              </a:ext>
            </a:extLst>
          </p:cNvPr>
          <p:cNvSpPr txBox="1"/>
          <p:nvPr/>
        </p:nvSpPr>
        <p:spPr>
          <a:xfrm>
            <a:off x="4572000" y="1545336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File Overview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Recorded source files, row/column counts and their purpose.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68A09573-87A9-78D2-FDE7-58B6927EBB1D}"/>
              </a:ext>
            </a:extLst>
          </p:cNvPr>
          <p:cNvSpPr/>
          <p:nvPr/>
        </p:nvSpPr>
        <p:spPr>
          <a:xfrm>
            <a:off x="813816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6D201D-761B-6A73-7053-8249E7553199}"/>
              </a:ext>
            </a:extLst>
          </p:cNvPr>
          <p:cNvSpPr/>
          <p:nvPr/>
        </p:nvSpPr>
        <p:spPr>
          <a:xfrm>
            <a:off x="8138160" y="1417320"/>
            <a:ext cx="64008" cy="182880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B33A1-93D8-C960-21F7-21692D4B6697}"/>
              </a:ext>
            </a:extLst>
          </p:cNvPr>
          <p:cNvSpPr txBox="1"/>
          <p:nvPr/>
        </p:nvSpPr>
        <p:spPr>
          <a:xfrm>
            <a:off x="8321040" y="1545336"/>
            <a:ext cx="3108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Data Dictionary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Documented key fields and their business relevance.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47035A83-793D-DD5E-ACB3-9372CD81D962}"/>
              </a:ext>
            </a:extLst>
          </p:cNvPr>
          <p:cNvSpPr/>
          <p:nvPr/>
        </p:nvSpPr>
        <p:spPr>
          <a:xfrm>
            <a:off x="2514600" y="3703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C9ED46-70F3-2F1F-9E63-D2C08ABD931A}"/>
              </a:ext>
            </a:extLst>
          </p:cNvPr>
          <p:cNvSpPr/>
          <p:nvPr/>
        </p:nvSpPr>
        <p:spPr>
          <a:xfrm>
            <a:off x="2514600" y="3703320"/>
            <a:ext cx="64008" cy="173736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257A9-FED5-D5AD-37DA-2B08E251D4EC}"/>
              </a:ext>
            </a:extLst>
          </p:cNvPr>
          <p:cNvSpPr txBox="1"/>
          <p:nvPr/>
        </p:nvSpPr>
        <p:spPr>
          <a:xfrm>
            <a:off x="2697480" y="3831335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Data Relationships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Mapped how sales, calendar and price information connect.</a:t>
            </a: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5314DAF4-3EC9-7254-4D8A-0972EC9485A2}"/>
              </a:ext>
            </a:extLst>
          </p:cNvPr>
          <p:cNvSpPr/>
          <p:nvPr/>
        </p:nvSpPr>
        <p:spPr>
          <a:xfrm>
            <a:off x="6263640" y="3703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6ADFD8-3CB4-0952-F872-5082F0CFADE9}"/>
              </a:ext>
            </a:extLst>
          </p:cNvPr>
          <p:cNvSpPr/>
          <p:nvPr/>
        </p:nvSpPr>
        <p:spPr>
          <a:xfrm>
            <a:off x="6263640" y="3703320"/>
            <a:ext cx="64008" cy="173736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C975BF-429C-DA84-32FB-91876E2C4FE9}"/>
              </a:ext>
            </a:extLst>
          </p:cNvPr>
          <p:cNvSpPr txBox="1"/>
          <p:nvPr/>
        </p:nvSpPr>
        <p:spPr>
          <a:xfrm>
            <a:off x="6446520" y="3831335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Initial Observations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Recorded structural observations before SQL processing.</a:t>
            </a:r>
          </a:p>
        </p:txBody>
      </p:sp>
    </p:spTree>
    <p:extLst>
      <p:ext uri="{BB962C8B-B14F-4D97-AF65-F5344CB8AC3E}">
        <p14:creationId xmlns:p14="http://schemas.microsoft.com/office/powerpoint/2010/main" val="168433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1FDECF-DC82-CE5A-6348-B2237784874E}"/>
              </a:ext>
            </a:extLst>
          </p:cNvPr>
          <p:cNvSpPr txBox="1"/>
          <p:nvPr/>
        </p:nvSpPr>
        <p:spPr>
          <a:xfrm>
            <a:off x="490086" y="143577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Snowflake – Data Engineering &amp; SQL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24D10-0450-07BC-8DA9-C9BD5D0CFDEF}"/>
              </a:ext>
            </a:extLst>
          </p:cNvPr>
          <p:cNvSpPr txBox="1"/>
          <p:nvPr/>
        </p:nvSpPr>
        <p:spPr>
          <a:xfrm>
            <a:off x="581526" y="67376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Cloud data layer used for loading, transformation and analytical preparation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7D739B7C-58B6-391C-1E3A-C5B5CE56DC71}"/>
              </a:ext>
            </a:extLst>
          </p:cNvPr>
          <p:cNvSpPr/>
          <p:nvPr/>
        </p:nvSpPr>
        <p:spPr>
          <a:xfrm>
            <a:off x="640080" y="1508760"/>
            <a:ext cx="2103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RAW
Source Tables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4F143E1-B86D-25C1-3517-894DADC4D434}"/>
              </a:ext>
            </a:extLst>
          </p:cNvPr>
          <p:cNvSpPr/>
          <p:nvPr/>
        </p:nvSpPr>
        <p:spPr>
          <a:xfrm>
            <a:off x="3108960" y="1508760"/>
            <a:ext cx="2103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SALES_DAILY
58.3M rows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47796307-A8B1-B7AF-FFC4-57DF1B4D36EE}"/>
              </a:ext>
            </a:extLst>
          </p:cNvPr>
          <p:cNvSpPr/>
          <p:nvPr/>
        </p:nvSpPr>
        <p:spPr>
          <a:xfrm>
            <a:off x="5577840" y="1508760"/>
            <a:ext cx="2103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CALENDAR +
PRICE JOIN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E6E279CB-EC33-ADAE-4C1F-3F81386A1C19}"/>
              </a:ext>
            </a:extLst>
          </p:cNvPr>
          <p:cNvSpPr/>
          <p:nvPr/>
        </p:nvSpPr>
        <p:spPr>
          <a:xfrm>
            <a:off x="8046720" y="150876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ENRICHED SALES
58.3M rows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FCA8D-4BE7-0718-B4F8-C0A2A8C9E069}"/>
              </a:ext>
            </a:extLst>
          </p:cNvPr>
          <p:cNvSpPr txBox="1"/>
          <p:nvPr/>
        </p:nvSpPr>
        <p:spPr>
          <a:xfrm>
            <a:off x="777240" y="2971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Created RETAIL_FORECASTING database with RAW, CLEAN and ANALYTICS schemas.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Loaded calendar, sales, price and submission files.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Unpivoted daily sales columns into SALES_DAILY.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Mapped all daily sales observations to calendar dates with 0 unmatched date records.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Joined weekly prices using </a:t>
            </a:r>
            <a:r>
              <a:rPr dirty="0" err="1"/>
              <a:t>item_id</a:t>
            </a:r>
            <a:r>
              <a:rPr dirty="0"/>
              <a:t> + </a:t>
            </a:r>
            <a:r>
              <a:rPr dirty="0" err="1"/>
              <a:t>store_id</a:t>
            </a:r>
            <a:r>
              <a:rPr dirty="0"/>
              <a:t> + </a:t>
            </a:r>
            <a:r>
              <a:rPr dirty="0" err="1"/>
              <a:t>wm_yr_wk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rPr dirty="0"/>
              <a:t>• Created analytical tables for daily, monthly, product, category, department, store, event, price and forecasting analysis.</a:t>
            </a:r>
          </a:p>
        </p:txBody>
      </p:sp>
      <p:cxnSp>
        <p:nvCxnSpPr>
          <p:cNvPr id="20" name="Connector 7">
            <a:extLst>
              <a:ext uri="{FF2B5EF4-FFF2-40B4-BE49-F238E27FC236}">
                <a16:creationId xmlns:a16="http://schemas.microsoft.com/office/drawing/2014/main" id="{837FE599-AD8E-19ED-7CF0-DE120ADF17D1}"/>
              </a:ext>
            </a:extLst>
          </p:cNvPr>
          <p:cNvCxnSpPr/>
          <p:nvPr/>
        </p:nvCxnSpPr>
        <p:spPr>
          <a:xfrm>
            <a:off x="2743200" y="2011680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7">
            <a:extLst>
              <a:ext uri="{FF2B5EF4-FFF2-40B4-BE49-F238E27FC236}">
                <a16:creationId xmlns:a16="http://schemas.microsoft.com/office/drawing/2014/main" id="{2617107B-2CCD-07F3-FB37-99007BBC93AF}"/>
              </a:ext>
            </a:extLst>
          </p:cNvPr>
          <p:cNvCxnSpPr/>
          <p:nvPr/>
        </p:nvCxnSpPr>
        <p:spPr>
          <a:xfrm>
            <a:off x="5212080" y="2011680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7">
            <a:extLst>
              <a:ext uri="{FF2B5EF4-FFF2-40B4-BE49-F238E27FC236}">
                <a16:creationId xmlns:a16="http://schemas.microsoft.com/office/drawing/2014/main" id="{BF878CC7-B43C-5E6A-113D-9806CD173E09}"/>
              </a:ext>
            </a:extLst>
          </p:cNvPr>
          <p:cNvCxnSpPr/>
          <p:nvPr/>
        </p:nvCxnSpPr>
        <p:spPr>
          <a:xfrm>
            <a:off x="7680960" y="2011680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908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453D22-5ADC-6758-4693-565590CB07D8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Databricks / Python – Transformation &amp; Forecasting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CDB8A-ACFF-CE65-1D29-F0E912442410}"/>
              </a:ext>
            </a:extLst>
          </p:cNvPr>
          <p:cNvSpPr txBox="1"/>
          <p:nvPr/>
        </p:nvSpPr>
        <p:spPr>
          <a:xfrm>
            <a:off x="701040" y="906379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Notebook-based analysis and predictive modelling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E3A2D6B6-E928-3958-69E0-0C1E6901AE50}"/>
              </a:ext>
            </a:extLst>
          </p:cNvPr>
          <p:cNvSpPr/>
          <p:nvPr/>
        </p:nvSpPr>
        <p:spPr>
          <a:xfrm>
            <a:off x="701040" y="1317859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5C222-834C-8B65-D011-FBF46C4C4BD0}"/>
              </a:ext>
            </a:extLst>
          </p:cNvPr>
          <p:cNvSpPr/>
          <p:nvPr/>
        </p:nvSpPr>
        <p:spPr>
          <a:xfrm>
            <a:off x="640080" y="1371600"/>
            <a:ext cx="64008" cy="160020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28670-6EEA-5419-D8DC-935808E933B1}"/>
              </a:ext>
            </a:extLst>
          </p:cNvPr>
          <p:cNvSpPr txBox="1"/>
          <p:nvPr/>
        </p:nvSpPr>
        <p:spPr>
          <a:xfrm>
            <a:off x="822959" y="1499616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1. Load &amp; inspect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Read prepared M5 data from the managed volume and validate structures.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36CF4943-6C47-E7BB-F9E3-A5D6B0A26938}"/>
              </a:ext>
            </a:extLst>
          </p:cNvPr>
          <p:cNvSpPr/>
          <p:nvPr/>
        </p:nvSpPr>
        <p:spPr>
          <a:xfrm>
            <a:off x="4343400" y="13716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7C4BD9-05F0-BD69-802F-53C612151B63}"/>
              </a:ext>
            </a:extLst>
          </p:cNvPr>
          <p:cNvSpPr/>
          <p:nvPr/>
        </p:nvSpPr>
        <p:spPr>
          <a:xfrm>
            <a:off x="4343400" y="1371600"/>
            <a:ext cx="64008" cy="160020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BAD24D-E5C0-E815-59A9-E222CD772DC5}"/>
              </a:ext>
            </a:extLst>
          </p:cNvPr>
          <p:cNvSpPr txBox="1"/>
          <p:nvPr/>
        </p:nvSpPr>
        <p:spPr>
          <a:xfrm>
            <a:off x="4526280" y="1499616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2. Feature preparation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Create daily demand, time-based and modelling-ready features.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5A32DA54-92BF-1253-D4D9-8C9D9CAFC1FE}"/>
              </a:ext>
            </a:extLst>
          </p:cNvPr>
          <p:cNvSpPr/>
          <p:nvPr/>
        </p:nvSpPr>
        <p:spPr>
          <a:xfrm>
            <a:off x="8046720" y="13716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73DFFB-E005-4F65-2676-94B7DB471B98}"/>
              </a:ext>
            </a:extLst>
          </p:cNvPr>
          <p:cNvSpPr/>
          <p:nvPr/>
        </p:nvSpPr>
        <p:spPr>
          <a:xfrm>
            <a:off x="8046720" y="1371600"/>
            <a:ext cx="64008" cy="160020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4BFE8A-8FBC-CF47-9789-2B84088BA9A3}"/>
              </a:ext>
            </a:extLst>
          </p:cNvPr>
          <p:cNvSpPr txBox="1"/>
          <p:nvPr/>
        </p:nvSpPr>
        <p:spPr>
          <a:xfrm>
            <a:off x="8229600" y="1499616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3. Model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Train a Random Forest Regressor using historical demand features.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4BDC1924-E9C7-BAFA-B17F-511C298B9C56}"/>
              </a:ext>
            </a:extLst>
          </p:cNvPr>
          <p:cNvSpPr/>
          <p:nvPr/>
        </p:nvSpPr>
        <p:spPr>
          <a:xfrm>
            <a:off x="251460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6FDB01-8A94-E413-F17E-305D67CAEEB6}"/>
              </a:ext>
            </a:extLst>
          </p:cNvPr>
          <p:cNvSpPr/>
          <p:nvPr/>
        </p:nvSpPr>
        <p:spPr>
          <a:xfrm>
            <a:off x="2514600" y="3566160"/>
            <a:ext cx="64008" cy="160020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FA715D-4757-BB0D-317F-17553DBB4920}"/>
              </a:ext>
            </a:extLst>
          </p:cNvPr>
          <p:cNvSpPr txBox="1"/>
          <p:nvPr/>
        </p:nvSpPr>
        <p:spPr>
          <a:xfrm>
            <a:off x="2697480" y="3694176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4. Evaluate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Compare predictions with actual sales using MAE and RMSE.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0C4A6067-872D-06F0-C876-E7BA67BA176E}"/>
              </a:ext>
            </a:extLst>
          </p:cNvPr>
          <p:cNvSpPr/>
          <p:nvPr/>
        </p:nvSpPr>
        <p:spPr>
          <a:xfrm>
            <a:off x="621792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EA2366-F57B-D5EE-16D9-329FEEC6E22E}"/>
              </a:ext>
            </a:extLst>
          </p:cNvPr>
          <p:cNvSpPr/>
          <p:nvPr/>
        </p:nvSpPr>
        <p:spPr>
          <a:xfrm>
            <a:off x="6217920" y="3566160"/>
            <a:ext cx="64008" cy="160020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3BCB27-F1A4-F70C-3ED9-7AD2AAC69F7A}"/>
              </a:ext>
            </a:extLst>
          </p:cNvPr>
          <p:cNvSpPr txBox="1"/>
          <p:nvPr/>
        </p:nvSpPr>
        <p:spPr>
          <a:xfrm>
            <a:off x="6400800" y="3694176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5. Export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Save forecast, evaluation and Power BI-ready CSV outputs.</a:t>
            </a:r>
          </a:p>
        </p:txBody>
      </p:sp>
    </p:spTree>
    <p:extLst>
      <p:ext uri="{BB962C8B-B14F-4D97-AF65-F5344CB8AC3E}">
        <p14:creationId xmlns:p14="http://schemas.microsoft.com/office/powerpoint/2010/main" val="9246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82300C-808F-E141-7C61-963E801CE6CE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Descriptive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4D0CD-44AF-B03D-7334-5C9F21587ED8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What happened in the historical sales data?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19CF1E98-4D16-DD44-FE38-BFCF3CA48B40}"/>
              </a:ext>
            </a:extLst>
          </p:cNvPr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E4171-2B85-F75C-E668-C968CC2ED7D6}"/>
              </a:ext>
            </a:extLst>
          </p:cNvPr>
          <p:cNvSpPr/>
          <p:nvPr/>
        </p:nvSpPr>
        <p:spPr>
          <a:xfrm>
            <a:off x="640080" y="1325880"/>
            <a:ext cx="64008" cy="164592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ADA36-6093-4010-96C8-0AE162D875C3}"/>
              </a:ext>
            </a:extLst>
          </p:cNvPr>
          <p:cNvSpPr txBox="1"/>
          <p:nvPr/>
        </p:nvSpPr>
        <p:spPr>
          <a:xfrm>
            <a:off x="822959" y="1453895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Overall volume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Approximately 66M units sold in the analyzed daily sales data.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8BE9B450-B406-C6C9-83BA-FC33271618F2}"/>
              </a:ext>
            </a:extLst>
          </p:cNvPr>
          <p:cNvSpPr/>
          <p:nvPr/>
        </p:nvSpPr>
        <p:spPr>
          <a:xfrm>
            <a:off x="438912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A5ACC9-1E05-BC5B-41EF-DEE9F2F44C9D}"/>
              </a:ext>
            </a:extLst>
          </p:cNvPr>
          <p:cNvSpPr/>
          <p:nvPr/>
        </p:nvSpPr>
        <p:spPr>
          <a:xfrm>
            <a:off x="4389120" y="1325880"/>
            <a:ext cx="64008" cy="164592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7E00F-6504-D373-C74E-B553A59B37B0}"/>
              </a:ext>
            </a:extLst>
          </p:cNvPr>
          <p:cNvSpPr txBox="1"/>
          <p:nvPr/>
        </p:nvSpPr>
        <p:spPr>
          <a:xfrm>
            <a:off x="4572000" y="1453895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Top product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FOODS_3_090 generated 1,002,529 units.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2D273C70-C5E0-F257-1128-62AB02ED4C9B}"/>
              </a:ext>
            </a:extLst>
          </p:cNvPr>
          <p:cNvSpPr/>
          <p:nvPr/>
        </p:nvSpPr>
        <p:spPr>
          <a:xfrm>
            <a:off x="8138160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3DC799-61D6-09F6-6CE8-058E90879C08}"/>
              </a:ext>
            </a:extLst>
          </p:cNvPr>
          <p:cNvSpPr/>
          <p:nvPr/>
        </p:nvSpPr>
        <p:spPr>
          <a:xfrm>
            <a:off x="8138160" y="1325880"/>
            <a:ext cx="64008" cy="164592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783B43-FEB6-E5BA-74B9-8EF1870CEA59}"/>
              </a:ext>
            </a:extLst>
          </p:cNvPr>
          <p:cNvSpPr txBox="1"/>
          <p:nvPr/>
        </p:nvSpPr>
        <p:spPr>
          <a:xfrm>
            <a:off x="8321040" y="1453895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Top store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CA_3 generated 1,118,180 units.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920C4100-D137-43AE-B2B2-D9C6CEAF8FE8}"/>
              </a:ext>
            </a:extLst>
          </p:cNvPr>
          <p:cNvSpPr/>
          <p:nvPr/>
        </p:nvSpPr>
        <p:spPr>
          <a:xfrm>
            <a:off x="2514600" y="3520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FCD49E-8962-8C40-DFA6-329C60963E5D}"/>
              </a:ext>
            </a:extLst>
          </p:cNvPr>
          <p:cNvSpPr/>
          <p:nvPr/>
        </p:nvSpPr>
        <p:spPr>
          <a:xfrm>
            <a:off x="2514600" y="3520440"/>
            <a:ext cx="64008" cy="164592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7A13A-0418-743F-CDBD-9E0BDEA1B711}"/>
              </a:ext>
            </a:extLst>
          </p:cNvPr>
          <p:cNvSpPr txBox="1"/>
          <p:nvPr/>
        </p:nvSpPr>
        <p:spPr>
          <a:xfrm>
            <a:off x="2697480" y="3648456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Leading department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FOODS_3 generated 32,372,076 units.</a:t>
            </a: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C8536414-B353-AD43-1350-BDEEACFEF522}"/>
              </a:ext>
            </a:extLst>
          </p:cNvPr>
          <p:cNvSpPr/>
          <p:nvPr/>
        </p:nvSpPr>
        <p:spPr>
          <a:xfrm>
            <a:off x="6217920" y="3520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773C1-BCB2-8AE6-35EF-3965CAF2832C}"/>
              </a:ext>
            </a:extLst>
          </p:cNvPr>
          <p:cNvSpPr/>
          <p:nvPr/>
        </p:nvSpPr>
        <p:spPr>
          <a:xfrm>
            <a:off x="6217920" y="3520440"/>
            <a:ext cx="64008" cy="164592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043B35-1247-B037-7171-E80A98C029BA}"/>
              </a:ext>
            </a:extLst>
          </p:cNvPr>
          <p:cNvSpPr txBox="1"/>
          <p:nvPr/>
        </p:nvSpPr>
        <p:spPr>
          <a:xfrm>
            <a:off x="6400800" y="3648456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Analysis dimensions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Daily, monthly, product, category, department, store and state.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DFDF58-2DEF-E9F6-6860-57FDDF2BC02E}"/>
              </a:ext>
            </a:extLst>
          </p:cNvPr>
          <p:cNvSpPr txBox="1"/>
          <p:nvPr/>
        </p:nvSpPr>
        <p:spPr>
          <a:xfrm>
            <a:off x="704088" y="54406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/>
              <a:t>• Power BI visuals were used to make these patterns easier to interpret at business level.</a:t>
            </a:r>
          </a:p>
        </p:txBody>
      </p:sp>
    </p:spTree>
    <p:extLst>
      <p:ext uri="{BB962C8B-B14F-4D97-AF65-F5344CB8AC3E}">
        <p14:creationId xmlns:p14="http://schemas.microsoft.com/office/powerpoint/2010/main" val="1621979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ABA5E-9D92-7784-AB6F-308E88F61412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Diagnostic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2D0A1-0F30-EB45-3AEB-50FDB3F17C99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Why did demand vary?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7948F6F-CB62-3850-62A6-16081521E34D}"/>
              </a:ext>
            </a:extLst>
          </p:cNvPr>
          <p:cNvSpPr/>
          <p:nvPr/>
        </p:nvSpPr>
        <p:spPr>
          <a:xfrm>
            <a:off x="64008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F75B6E6-256A-2296-32C7-CD5A74426D90}"/>
              </a:ext>
            </a:extLst>
          </p:cNvPr>
          <p:cNvSpPr/>
          <p:nvPr/>
        </p:nvSpPr>
        <p:spPr>
          <a:xfrm>
            <a:off x="436626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6B4C3DD-29AD-D950-3369-65444565F6C6}"/>
              </a:ext>
            </a:extLst>
          </p:cNvPr>
          <p:cNvSpPr/>
          <p:nvPr/>
        </p:nvSpPr>
        <p:spPr>
          <a:xfrm>
            <a:off x="809244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149E21C-89F0-F8E8-042B-1E718DF91076}"/>
              </a:ext>
            </a:extLst>
          </p:cNvPr>
          <p:cNvSpPr/>
          <p:nvPr/>
        </p:nvSpPr>
        <p:spPr>
          <a:xfrm>
            <a:off x="640080" y="360385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0D6746B0-F348-253A-F7BD-8B64158F26E6}"/>
              </a:ext>
            </a:extLst>
          </p:cNvPr>
          <p:cNvSpPr/>
          <p:nvPr/>
        </p:nvSpPr>
        <p:spPr>
          <a:xfrm>
            <a:off x="4366260" y="360385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BE295468-7303-3E0D-8168-526746787A1E}"/>
              </a:ext>
            </a:extLst>
          </p:cNvPr>
          <p:cNvSpPr/>
          <p:nvPr/>
        </p:nvSpPr>
        <p:spPr>
          <a:xfrm>
            <a:off x="8138160" y="360385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EC73B4-EF48-F2FD-F82B-8687576BDBC5}"/>
              </a:ext>
            </a:extLst>
          </p:cNvPr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70CF38-2EEF-9BF1-8D37-B9FF324C45EF}"/>
              </a:ext>
            </a:extLst>
          </p:cNvPr>
          <p:cNvSpPr/>
          <p:nvPr/>
        </p:nvSpPr>
        <p:spPr>
          <a:xfrm>
            <a:off x="4343400" y="1325880"/>
            <a:ext cx="64008" cy="169164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C9A398-FE3F-A9D8-45DD-81B852315226}"/>
              </a:ext>
            </a:extLst>
          </p:cNvPr>
          <p:cNvSpPr/>
          <p:nvPr/>
        </p:nvSpPr>
        <p:spPr>
          <a:xfrm>
            <a:off x="8046719" y="1325880"/>
            <a:ext cx="64008" cy="169164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22C0A9-23C8-F8B9-141B-FD990BBE8CAC}"/>
              </a:ext>
            </a:extLst>
          </p:cNvPr>
          <p:cNvSpPr/>
          <p:nvPr/>
        </p:nvSpPr>
        <p:spPr>
          <a:xfrm>
            <a:off x="598451" y="3603859"/>
            <a:ext cx="64008" cy="169164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EA868C-8C50-35AE-D767-B61BEB6B5072}"/>
              </a:ext>
            </a:extLst>
          </p:cNvPr>
          <p:cNvSpPr/>
          <p:nvPr/>
        </p:nvSpPr>
        <p:spPr>
          <a:xfrm>
            <a:off x="4343400" y="3603859"/>
            <a:ext cx="64008" cy="16916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52A0D1-01E0-1BCC-AC6E-F73E1348F606}"/>
              </a:ext>
            </a:extLst>
          </p:cNvPr>
          <p:cNvSpPr/>
          <p:nvPr/>
        </p:nvSpPr>
        <p:spPr>
          <a:xfrm>
            <a:off x="8092440" y="3603859"/>
            <a:ext cx="64008" cy="169164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353B96-0754-4A3D-7672-72A688D4D307}"/>
              </a:ext>
            </a:extLst>
          </p:cNvPr>
          <p:cNvSpPr txBox="1"/>
          <p:nvPr/>
        </p:nvSpPr>
        <p:spPr>
          <a:xfrm>
            <a:off x="822959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Price vs Sales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Compared selling price with daily sales to examine price-demand association.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EA1120-DD58-612D-5321-B04BDC55F9E1}"/>
              </a:ext>
            </a:extLst>
          </p:cNvPr>
          <p:cNvSpPr txBox="1"/>
          <p:nvPr/>
        </p:nvSpPr>
        <p:spPr>
          <a:xfrm>
            <a:off x="4526280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Events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Compared event-day and normal-day demand.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CFB541-ED5D-0E56-3FBB-143FEE91867A}"/>
              </a:ext>
            </a:extLst>
          </p:cNvPr>
          <p:cNvSpPr txBox="1"/>
          <p:nvPr/>
        </p:nvSpPr>
        <p:spPr>
          <a:xfrm>
            <a:off x="8229599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Store Differences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Examined demand variation across stores and states.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AF9591-2949-58F6-56D2-2CCCD430629A}"/>
              </a:ext>
            </a:extLst>
          </p:cNvPr>
          <p:cNvSpPr txBox="1"/>
          <p:nvPr/>
        </p:nvSpPr>
        <p:spPr>
          <a:xfrm>
            <a:off x="800100" y="37181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Calendar Effects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Analyzed weekday, month and time-based patterns.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4E8AE8-4218-4863-F548-7D5F4A5B6E2B}"/>
              </a:ext>
            </a:extLst>
          </p:cNvPr>
          <p:cNvSpPr txBox="1"/>
          <p:nvPr/>
        </p:nvSpPr>
        <p:spPr>
          <a:xfrm>
            <a:off x="4526280" y="37181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Category Patterns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Compared demand behavior across product categories.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6BBBA-3E04-55DA-F9D0-92ED71C3A54B}"/>
              </a:ext>
            </a:extLst>
          </p:cNvPr>
          <p:cNvSpPr txBox="1"/>
          <p:nvPr/>
        </p:nvSpPr>
        <p:spPr>
          <a:xfrm>
            <a:off x="8252460" y="37181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SNAP Context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Included SNAP indicators available in the calendar data.</a:t>
            </a:r>
          </a:p>
        </p:txBody>
      </p:sp>
    </p:spTree>
    <p:extLst>
      <p:ext uri="{BB962C8B-B14F-4D97-AF65-F5344CB8AC3E}">
        <p14:creationId xmlns:p14="http://schemas.microsoft.com/office/powerpoint/2010/main" val="156530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5B3DA-F6F8-3FB1-314B-41E59DB8867B}"/>
              </a:ext>
            </a:extLst>
          </p:cNvPr>
          <p:cNvSpPr txBox="1"/>
          <p:nvPr/>
        </p:nvSpPr>
        <p:spPr>
          <a:xfrm>
            <a:off x="482065" y="247851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Predictive Analysis – Demand Forecasting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EC24C-AD5E-E37C-CC49-1122B5182176}"/>
              </a:ext>
            </a:extLst>
          </p:cNvPr>
          <p:cNvSpPr txBox="1"/>
          <p:nvPr/>
        </p:nvSpPr>
        <p:spPr>
          <a:xfrm>
            <a:off x="573505" y="84221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How historical demand was used to estimate sales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6FD5F2F-DAF4-FEB6-77E1-33970EEC368E}"/>
              </a:ext>
            </a:extLst>
          </p:cNvPr>
          <p:cNvSpPr/>
          <p:nvPr/>
        </p:nvSpPr>
        <p:spPr>
          <a:xfrm>
            <a:off x="64008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Historical
Demand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BDE63D3-3F72-7D50-B732-7D5022530C30}"/>
              </a:ext>
            </a:extLst>
          </p:cNvPr>
          <p:cNvSpPr/>
          <p:nvPr/>
        </p:nvSpPr>
        <p:spPr>
          <a:xfrm>
            <a:off x="310896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Time &amp; Demand
Features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BC8CAF95-76B6-5458-F1C9-6CBF80A0A695}"/>
              </a:ext>
            </a:extLst>
          </p:cNvPr>
          <p:cNvSpPr/>
          <p:nvPr/>
        </p:nvSpPr>
        <p:spPr>
          <a:xfrm>
            <a:off x="5577840" y="182880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Random Forest
Regressor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CABD54E7-964F-1656-74DB-3C67A211E196}"/>
              </a:ext>
            </a:extLst>
          </p:cNvPr>
          <p:cNvSpPr/>
          <p:nvPr/>
        </p:nvSpPr>
        <p:spPr>
          <a:xfrm>
            <a:off x="8046720" y="182880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A44"/>
                </a:solidFill>
              </a:rPr>
              <a:t>Predicted Sales
Evaluation Period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590E61DB-6183-89BA-924E-03ACED31F1CC}"/>
              </a:ext>
            </a:extLst>
          </p:cNvPr>
          <p:cNvSpPr/>
          <p:nvPr/>
        </p:nvSpPr>
        <p:spPr>
          <a:xfrm>
            <a:off x="914400" y="3794760"/>
            <a:ext cx="4846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9CEF37C6-48F9-4CAD-D9B0-0DAE6B9E65CD}"/>
              </a:ext>
            </a:extLst>
          </p:cNvPr>
          <p:cNvSpPr/>
          <p:nvPr/>
        </p:nvSpPr>
        <p:spPr>
          <a:xfrm>
            <a:off x="6368716" y="3794760"/>
            <a:ext cx="4846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96B7A0-E042-7519-21CE-889936657F0E}"/>
              </a:ext>
            </a:extLst>
          </p:cNvPr>
          <p:cNvSpPr/>
          <p:nvPr/>
        </p:nvSpPr>
        <p:spPr>
          <a:xfrm>
            <a:off x="914400" y="3794760"/>
            <a:ext cx="64008" cy="141732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D29BDE-47D7-34B4-9555-AB54E29EC835}"/>
              </a:ext>
            </a:extLst>
          </p:cNvPr>
          <p:cNvSpPr/>
          <p:nvPr/>
        </p:nvSpPr>
        <p:spPr>
          <a:xfrm>
            <a:off x="6355080" y="3794760"/>
            <a:ext cx="64008" cy="141732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50A727-5C8F-0A5F-9F4B-87E72825B6E2}"/>
              </a:ext>
            </a:extLst>
          </p:cNvPr>
          <p:cNvSpPr txBox="1"/>
          <p:nvPr/>
        </p:nvSpPr>
        <p:spPr>
          <a:xfrm>
            <a:off x="1097280" y="3922776"/>
            <a:ext cx="4526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Model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Random Forest Regressor trained using historical demand features.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01382-41B9-16AD-4454-2260D24E56B2}"/>
              </a:ext>
            </a:extLst>
          </p:cNvPr>
          <p:cNvSpPr txBox="1"/>
          <p:nvPr/>
        </p:nvSpPr>
        <p:spPr>
          <a:xfrm>
            <a:off x="6537960" y="3922776"/>
            <a:ext cx="4526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42A44"/>
                </a:solidFill>
                <a:latin typeface="Aptos"/>
              </a:rPr>
              <a:t>Important interpretation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The available forecast output represents an evaluation-period prediction; it should not be described as a true recursive 28-day future forecast.</a:t>
            </a:r>
          </a:p>
        </p:txBody>
      </p:sp>
      <p:cxnSp>
        <p:nvCxnSpPr>
          <p:cNvPr id="26" name="Connector 7">
            <a:extLst>
              <a:ext uri="{FF2B5EF4-FFF2-40B4-BE49-F238E27FC236}">
                <a16:creationId xmlns:a16="http://schemas.microsoft.com/office/drawing/2014/main" id="{DBBC39DD-370D-F0A4-81B6-F85516726EBA}"/>
              </a:ext>
            </a:extLst>
          </p:cNvPr>
          <p:cNvCxnSpPr/>
          <p:nvPr/>
        </p:nvCxnSpPr>
        <p:spPr>
          <a:xfrm>
            <a:off x="2743200" y="2377440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7">
            <a:extLst>
              <a:ext uri="{FF2B5EF4-FFF2-40B4-BE49-F238E27FC236}">
                <a16:creationId xmlns:a16="http://schemas.microsoft.com/office/drawing/2014/main" id="{7DD7131A-AB03-BA69-8EA3-A51F16C844C3}"/>
              </a:ext>
            </a:extLst>
          </p:cNvPr>
          <p:cNvCxnSpPr/>
          <p:nvPr/>
        </p:nvCxnSpPr>
        <p:spPr>
          <a:xfrm>
            <a:off x="5212080" y="2348564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7">
            <a:extLst>
              <a:ext uri="{FF2B5EF4-FFF2-40B4-BE49-F238E27FC236}">
                <a16:creationId xmlns:a16="http://schemas.microsoft.com/office/drawing/2014/main" id="{10EB39A3-46E3-1EA5-B626-AD137FF1F30F}"/>
              </a:ext>
            </a:extLst>
          </p:cNvPr>
          <p:cNvCxnSpPr/>
          <p:nvPr/>
        </p:nvCxnSpPr>
        <p:spPr>
          <a:xfrm>
            <a:off x="7680960" y="2348564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15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02A156-FF81-1775-3F75-6183A1D670E5}"/>
              </a:ext>
            </a:extLst>
          </p:cNvPr>
          <p:cNvSpPr txBox="1"/>
          <p:nvPr/>
        </p:nvSpPr>
        <p:spPr>
          <a:xfrm>
            <a:off x="530352" y="207745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Power BI Dashboard 1 – Retail Sales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C9763-95C7-19F6-16F5-2163A18FF2C3}"/>
              </a:ext>
            </a:extLst>
          </p:cNvPr>
          <p:cNvSpPr txBox="1"/>
          <p:nvPr/>
        </p:nvSpPr>
        <p:spPr>
          <a:xfrm>
            <a:off x="621792" y="802105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Historical sales performance across stores, categories and time.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BD7B9B-E9CD-80FD-71F7-DF033C6B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91" y="1396465"/>
            <a:ext cx="8232956" cy="4364459"/>
          </a:xfrm>
          <a:prstGeom prst="rect">
            <a:avLst/>
          </a:prstGeom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71EFF37-B4A3-0A1F-4B63-75212805BFBB}"/>
              </a:ext>
            </a:extLst>
          </p:cNvPr>
          <p:cNvSpPr/>
          <p:nvPr/>
        </p:nvSpPr>
        <p:spPr>
          <a:xfrm>
            <a:off x="9532384" y="1396465"/>
            <a:ext cx="2464865" cy="326195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61541-9E3A-53CE-0413-C4BC82218E66}"/>
              </a:ext>
            </a:extLst>
          </p:cNvPr>
          <p:cNvSpPr/>
          <p:nvPr/>
        </p:nvSpPr>
        <p:spPr>
          <a:xfrm>
            <a:off x="9468376" y="1326084"/>
            <a:ext cx="64008" cy="3398316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90C12-2AEB-6DB4-E70C-A5F0E69ACD92}"/>
              </a:ext>
            </a:extLst>
          </p:cNvPr>
          <p:cNvSpPr txBox="1"/>
          <p:nvPr/>
        </p:nvSpPr>
        <p:spPr>
          <a:xfrm>
            <a:off x="9790496" y="1728534"/>
            <a:ext cx="2064620" cy="170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Dashboard focus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Monthly Sales Trend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Sales by Category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Store-wise Sales Performance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Daily Sales Trend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Slicers: Date, State, Store, Category</a:t>
            </a:r>
          </a:p>
        </p:txBody>
      </p:sp>
    </p:spTree>
    <p:extLst>
      <p:ext uri="{BB962C8B-B14F-4D97-AF65-F5344CB8AC3E}">
        <p14:creationId xmlns:p14="http://schemas.microsoft.com/office/powerpoint/2010/main" val="2771019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93A5F-7A2C-7DA3-49B6-F699B08DE0C2}"/>
              </a:ext>
            </a:extLst>
          </p:cNvPr>
          <p:cNvSpPr txBox="1"/>
          <p:nvPr/>
        </p:nvSpPr>
        <p:spPr>
          <a:xfrm>
            <a:off x="546233" y="279935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Power BI Dashboard 2 – Product &amp; Store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B7BFE-19EA-880D-2C6B-CC0AE4B359CD}"/>
              </a:ext>
            </a:extLst>
          </p:cNvPr>
          <p:cNvSpPr txBox="1"/>
          <p:nvPr/>
        </p:nvSpPr>
        <p:spPr>
          <a:xfrm>
            <a:off x="637673" y="874295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Product, department, category and store-level performance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22056-0AF8-A032-BFF0-20B047A8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07" y="1347536"/>
            <a:ext cx="8000868" cy="4203031"/>
          </a:xfrm>
          <a:prstGeom prst="rect">
            <a:avLst/>
          </a:prstGeom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07F790F0-B126-FD40-C522-D6004DF3B63A}"/>
              </a:ext>
            </a:extLst>
          </p:cNvPr>
          <p:cNvSpPr/>
          <p:nvPr/>
        </p:nvSpPr>
        <p:spPr>
          <a:xfrm>
            <a:off x="9516341" y="1693244"/>
            <a:ext cx="2464865" cy="326195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50CB3F-1CE2-6108-D2CF-C8AF025F6BA4}"/>
              </a:ext>
            </a:extLst>
          </p:cNvPr>
          <p:cNvSpPr/>
          <p:nvPr/>
        </p:nvSpPr>
        <p:spPr>
          <a:xfrm>
            <a:off x="9495650" y="1625065"/>
            <a:ext cx="64008" cy="3398316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70021E-DD82-C296-55BC-B05E6518C88A}"/>
              </a:ext>
            </a:extLst>
          </p:cNvPr>
          <p:cNvSpPr txBox="1"/>
          <p:nvPr/>
        </p:nvSpPr>
        <p:spPr>
          <a:xfrm>
            <a:off x="9600077" y="2104724"/>
            <a:ext cx="2297391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Dashboard focus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Top 10 Products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Sales by Department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Store-wise Performance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State-wise Performance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Product Demand Trend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Slicers: State, Store, Category, Department</a:t>
            </a:r>
          </a:p>
        </p:txBody>
      </p:sp>
    </p:spTree>
    <p:extLst>
      <p:ext uri="{BB962C8B-B14F-4D97-AF65-F5344CB8AC3E}">
        <p14:creationId xmlns:p14="http://schemas.microsoft.com/office/powerpoint/2010/main" val="1825608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1DB50-CFB6-3A96-63D0-EEF0A7766A0C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Power BI Dashboard 3 – Demand Forecasting &amp;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26DA9-DFA6-3350-2678-C55E3F5EEEE8}"/>
              </a:ext>
            </a:extLst>
          </p:cNvPr>
          <p:cNvSpPr txBox="1"/>
          <p:nvPr/>
        </p:nvSpPr>
        <p:spPr>
          <a:xfrm>
            <a:off x="7010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Forecasted demand, sales trends and planning indicators.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9AAF69-4B61-96E7-D151-F574C716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6" y="1376413"/>
            <a:ext cx="8322278" cy="4371875"/>
          </a:xfrm>
          <a:prstGeom prst="rect">
            <a:avLst/>
          </a:prstGeom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567EECA-91B3-8C8F-2BBB-8109AE5AB6EF}"/>
              </a:ext>
            </a:extLst>
          </p:cNvPr>
          <p:cNvSpPr/>
          <p:nvPr/>
        </p:nvSpPr>
        <p:spPr>
          <a:xfrm>
            <a:off x="9559658" y="1733024"/>
            <a:ext cx="2464865" cy="326195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AEF27D-2AA8-CCD4-30E9-C1FD6355AD43}"/>
              </a:ext>
            </a:extLst>
          </p:cNvPr>
          <p:cNvSpPr/>
          <p:nvPr/>
        </p:nvSpPr>
        <p:spPr>
          <a:xfrm>
            <a:off x="9495650" y="1625065"/>
            <a:ext cx="64008" cy="3398316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99DC2-30AE-7372-50A9-68AB7072C9E2}"/>
              </a:ext>
            </a:extLst>
          </p:cNvPr>
          <p:cNvSpPr txBox="1"/>
          <p:nvPr/>
        </p:nvSpPr>
        <p:spPr>
          <a:xfrm>
            <a:off x="9623666" y="1971874"/>
            <a:ext cx="2464865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Dashboard focus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Actual vs Forecasted Sales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Weekly Sales Trend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Event vs Normal Days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Price vs Sales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Forecast Variance by Category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• Slicers: State, Store, Category, Date</a:t>
            </a:r>
          </a:p>
        </p:txBody>
      </p:sp>
    </p:spTree>
    <p:extLst>
      <p:ext uri="{BB962C8B-B14F-4D97-AF65-F5344CB8AC3E}">
        <p14:creationId xmlns:p14="http://schemas.microsoft.com/office/powerpoint/2010/main" val="594571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BDFAC1-F526-3B7B-7787-6ED70150E64A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 err="1">
                <a:solidFill>
                  <a:srgbClr val="142A44"/>
                </a:solidFill>
                <a:latin typeface="Aptos Display"/>
              </a:rPr>
              <a:t>Streamlit</a:t>
            </a:r>
            <a:r>
              <a:rPr sz="2700" b="1" dirty="0">
                <a:solidFill>
                  <a:srgbClr val="142A44"/>
                </a:solidFill>
                <a:latin typeface="Aptos Display"/>
              </a:rPr>
              <a:t>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97DD0-F56E-0ADE-0870-A08EA4067E22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Interactive project demonstration built from the Power BI-ready analytical outputs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B22D421-05AB-9C65-9BBB-36B6E1857371}"/>
              </a:ext>
            </a:extLst>
          </p:cNvPr>
          <p:cNvSpPr/>
          <p:nvPr/>
        </p:nvSpPr>
        <p:spPr>
          <a:xfrm>
            <a:off x="731520" y="160020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CSV Outputs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9BB816D-E418-B53D-2985-C1FDA0E1FFF2}"/>
              </a:ext>
            </a:extLst>
          </p:cNvPr>
          <p:cNvSpPr/>
          <p:nvPr/>
        </p:nvSpPr>
        <p:spPr>
          <a:xfrm>
            <a:off x="3383280" y="160020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Python +
Streamlit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BE9256DE-AF88-9933-A75A-5D102B95C658}"/>
              </a:ext>
            </a:extLst>
          </p:cNvPr>
          <p:cNvSpPr/>
          <p:nvPr/>
        </p:nvSpPr>
        <p:spPr>
          <a:xfrm>
            <a:off x="6035040" y="160020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Filters +
KPIs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CA6FC48-4AC5-96CE-54E6-5E56CCDE85BF}"/>
              </a:ext>
            </a:extLst>
          </p:cNvPr>
          <p:cNvSpPr/>
          <p:nvPr/>
        </p:nvSpPr>
        <p:spPr>
          <a:xfrm>
            <a:off x="8686800" y="160020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4"/>
                </a:solidFill>
              </a:rPr>
              <a:t>Interactive
Charts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F2CAC-539F-B56A-502E-1C550D1FC1DA}"/>
              </a:ext>
            </a:extLst>
          </p:cNvPr>
          <p:cNvSpPr txBox="1"/>
          <p:nvPr/>
        </p:nvSpPr>
        <p:spPr>
          <a:xfrm>
            <a:off x="914400" y="3337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 dirty="0"/>
              <a:t>• Sidebar filters for State, Store and Category.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 dirty="0"/>
              <a:t>• KPIs for total units, stores, categories and forecasted sales.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 dirty="0"/>
              <a:t>• Daily/monthly trends, category/store performance, events, actual vs forecast, variance, price vs sales, products and departments.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 dirty="0"/>
              <a:t>• Model evaluation metrics displayed for transparency.</a:t>
            </a:r>
          </a:p>
        </p:txBody>
      </p: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0C1D1AA7-2375-082C-27F3-28FB590296C3}"/>
              </a:ext>
            </a:extLst>
          </p:cNvPr>
          <p:cNvCxnSpPr/>
          <p:nvPr/>
        </p:nvCxnSpPr>
        <p:spPr>
          <a:xfrm>
            <a:off x="3017520" y="2176272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7">
            <a:extLst>
              <a:ext uri="{FF2B5EF4-FFF2-40B4-BE49-F238E27FC236}">
                <a16:creationId xmlns:a16="http://schemas.microsoft.com/office/drawing/2014/main" id="{B77A96FB-6247-98F8-BBA3-EE992D543F56}"/>
              </a:ext>
            </a:extLst>
          </p:cNvPr>
          <p:cNvCxnSpPr/>
          <p:nvPr/>
        </p:nvCxnSpPr>
        <p:spPr>
          <a:xfrm>
            <a:off x="5669280" y="2176272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7">
            <a:extLst>
              <a:ext uri="{FF2B5EF4-FFF2-40B4-BE49-F238E27FC236}">
                <a16:creationId xmlns:a16="http://schemas.microsoft.com/office/drawing/2014/main" id="{A246B333-472A-76F9-36BC-E035D2DE630F}"/>
              </a:ext>
            </a:extLst>
          </p:cNvPr>
          <p:cNvCxnSpPr/>
          <p:nvPr/>
        </p:nvCxnSpPr>
        <p:spPr>
          <a:xfrm>
            <a:off x="8321040" y="2176272"/>
            <a:ext cx="365760" cy="0"/>
          </a:xfrm>
          <a:prstGeom prst="line">
            <a:avLst/>
          </a:prstGeom>
          <a:ln w="25400">
            <a:solidFill>
              <a:srgbClr val="2A6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22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E884D-14A3-9766-D2FA-BA59159182B5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GitHub – Project Delivery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B15A2-A867-99F2-60A1-31CBA376E7C2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Centralized project structure for reproducibility and submission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CA637B12-93A3-81DF-0BB1-CE7ABE32E17E}"/>
              </a:ext>
            </a:extLst>
          </p:cNvPr>
          <p:cNvSpPr/>
          <p:nvPr/>
        </p:nvSpPr>
        <p:spPr>
          <a:xfrm>
            <a:off x="640080" y="14173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42A44"/>
                </a:solidFill>
              </a:rPr>
              <a:t>01_Excel/
M5_Data_Documentation.xlsx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1FC70AA-BBBD-9FE9-4877-B1F06B14B468}"/>
              </a:ext>
            </a:extLst>
          </p:cNvPr>
          <p:cNvSpPr/>
          <p:nvPr/>
        </p:nvSpPr>
        <p:spPr>
          <a:xfrm>
            <a:off x="3429000" y="14173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02_Snowflake/
01_M5_Snowflake_Analysis.sql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550D436-DB2F-CF60-906E-EE752AF6ECF9}"/>
              </a:ext>
            </a:extLst>
          </p:cNvPr>
          <p:cNvSpPr/>
          <p:nvPr/>
        </p:nvSpPr>
        <p:spPr>
          <a:xfrm>
            <a:off x="6217920" y="14173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03_Databricks/
Retail Demand Forecasting.py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8C199A4A-391C-38E1-0385-2D58C048B41F}"/>
              </a:ext>
            </a:extLst>
          </p:cNvPr>
          <p:cNvSpPr/>
          <p:nvPr/>
        </p:nvSpPr>
        <p:spPr>
          <a:xfrm>
            <a:off x="9006839" y="14173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04_PowerBI/
Final .pbix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327ECB6E-D0CA-6CD9-0A06-C307C52C88F2}"/>
              </a:ext>
            </a:extLst>
          </p:cNvPr>
          <p:cNvSpPr/>
          <p:nvPr/>
        </p:nvSpPr>
        <p:spPr>
          <a:xfrm>
            <a:off x="640080" y="34747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05_Streamlit/
app.py + requirements.txt + data/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C6581805-9C60-C7EA-0EFB-06B61E8316C9}"/>
              </a:ext>
            </a:extLst>
          </p:cNvPr>
          <p:cNvSpPr/>
          <p:nvPr/>
        </p:nvSpPr>
        <p:spPr>
          <a:xfrm>
            <a:off x="3429000" y="34747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06_Presentation/
Presentation files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D83D5D88-69C5-343A-DD2B-8766F4F061CE}"/>
              </a:ext>
            </a:extLst>
          </p:cNvPr>
          <p:cNvSpPr/>
          <p:nvPr/>
        </p:nvSpPr>
        <p:spPr>
          <a:xfrm>
            <a:off x="6217920" y="3474720"/>
            <a:ext cx="2423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2A44"/>
                </a:solidFill>
              </a:rPr>
              <a:t>07_Documentation/
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92951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B4F6AE-59D8-9338-BC8D-374B901FB912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Key Business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C6219-5D17-5CF9-F905-F06A1C82657F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What the analysis tells the business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4D2B4-2CCF-D126-6917-D8A0AD4C067D}"/>
              </a:ext>
            </a:extLst>
          </p:cNvPr>
          <p:cNvSpPr txBox="1"/>
          <p:nvPr/>
        </p:nvSpPr>
        <p:spPr>
          <a:xfrm>
            <a:off x="868680" y="132588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Demand is highly granular across products and stores, so product-store level analysis is important.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Approximately 66M units were sold in the analyzed daily sales data.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FOODS_3_090 was the highest-selling product with 1,002,529 units.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CA_3 was the highest-selling store with 1,118,180 units.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FOODS_3 was the leading department with 32,372,076 units.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Price, calendar and event variables provide useful context for explaining demand variation.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The predictive model provides a measurable baseline for forecast-driven planning.</a:t>
            </a:r>
          </a:p>
        </p:txBody>
      </p:sp>
    </p:spTree>
    <p:extLst>
      <p:ext uri="{BB962C8B-B14F-4D97-AF65-F5344CB8AC3E}">
        <p14:creationId xmlns:p14="http://schemas.microsoft.com/office/powerpoint/2010/main" val="810913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BA4D86-B239-3D57-AF32-8F3B09FDBFC9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Business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C4E96-B1EA-3334-E6C2-7F1FC149698C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How the analysis can support retail decision-making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CBB1860-9676-5A41-D2D3-C9EF1C61F58B}"/>
              </a:ext>
            </a:extLst>
          </p:cNvPr>
          <p:cNvSpPr/>
          <p:nvPr/>
        </p:nvSpPr>
        <p:spPr>
          <a:xfrm>
            <a:off x="64008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258B3F-5F99-1675-6924-D47F596C01EC}"/>
              </a:ext>
            </a:extLst>
          </p:cNvPr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D7DBA-8FDD-26EF-BCC5-8731CA27916E}"/>
              </a:ext>
            </a:extLst>
          </p:cNvPr>
          <p:cNvSpPr txBox="1"/>
          <p:nvPr/>
        </p:nvSpPr>
        <p:spPr>
          <a:xfrm>
            <a:off x="822959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Inventory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Use product-store demand signals to prioritize replenishment.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BF8D40B5-6265-B868-7D30-4ED3232D412C}"/>
              </a:ext>
            </a:extLst>
          </p:cNvPr>
          <p:cNvSpPr/>
          <p:nvPr/>
        </p:nvSpPr>
        <p:spPr>
          <a:xfrm>
            <a:off x="434340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6E44DB04-7B8A-3DAA-B053-94CF2D068042}"/>
              </a:ext>
            </a:extLst>
          </p:cNvPr>
          <p:cNvSpPr/>
          <p:nvPr/>
        </p:nvSpPr>
        <p:spPr>
          <a:xfrm>
            <a:off x="8042148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9E15DA3A-3BB9-4CF0-2176-85A93DEF871A}"/>
              </a:ext>
            </a:extLst>
          </p:cNvPr>
          <p:cNvSpPr/>
          <p:nvPr/>
        </p:nvSpPr>
        <p:spPr>
          <a:xfrm>
            <a:off x="672084" y="3924701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C66DCD37-6B60-B8C9-1607-A24B15BD8E1C}"/>
              </a:ext>
            </a:extLst>
          </p:cNvPr>
          <p:cNvSpPr/>
          <p:nvPr/>
        </p:nvSpPr>
        <p:spPr>
          <a:xfrm>
            <a:off x="4495800" y="3924701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00A5DA0A-C7CA-8ED0-7336-8443693A0724}"/>
              </a:ext>
            </a:extLst>
          </p:cNvPr>
          <p:cNvSpPr/>
          <p:nvPr/>
        </p:nvSpPr>
        <p:spPr>
          <a:xfrm>
            <a:off x="8201527" y="3924701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2C368C-BD92-1C17-7F33-9EE32D9BE055}"/>
              </a:ext>
            </a:extLst>
          </p:cNvPr>
          <p:cNvSpPr/>
          <p:nvPr/>
        </p:nvSpPr>
        <p:spPr>
          <a:xfrm>
            <a:off x="4343400" y="1325880"/>
            <a:ext cx="64008" cy="1691640"/>
          </a:xfrm>
          <a:prstGeom prst="rect">
            <a:avLst/>
          </a:prstGeom>
          <a:solidFill>
            <a:srgbClr val="27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F687ED-41D9-9639-64F8-298366893192}"/>
              </a:ext>
            </a:extLst>
          </p:cNvPr>
          <p:cNvSpPr/>
          <p:nvPr/>
        </p:nvSpPr>
        <p:spPr>
          <a:xfrm>
            <a:off x="8046719" y="1325880"/>
            <a:ext cx="64008" cy="1691640"/>
          </a:xfrm>
          <a:prstGeom prst="rect">
            <a:avLst/>
          </a:prstGeom>
          <a:solidFill>
            <a:srgbClr val="3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1783F1-6823-55F1-DC9C-1BD87FA24978}"/>
              </a:ext>
            </a:extLst>
          </p:cNvPr>
          <p:cNvSpPr/>
          <p:nvPr/>
        </p:nvSpPr>
        <p:spPr>
          <a:xfrm>
            <a:off x="678421" y="3924701"/>
            <a:ext cx="64008" cy="1691640"/>
          </a:xfrm>
          <a:prstGeom prst="rect">
            <a:avLst/>
          </a:prstGeom>
          <a:solidFill>
            <a:srgbClr val="DC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288F41-3119-8DFE-15B6-2A05E535A50F}"/>
              </a:ext>
            </a:extLst>
          </p:cNvPr>
          <p:cNvSpPr/>
          <p:nvPr/>
        </p:nvSpPr>
        <p:spPr>
          <a:xfrm>
            <a:off x="4491709" y="3924701"/>
            <a:ext cx="64008" cy="16916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0B3BF-F8F6-B8BE-349C-43272CA88E60}"/>
              </a:ext>
            </a:extLst>
          </p:cNvPr>
          <p:cNvSpPr/>
          <p:nvPr/>
        </p:nvSpPr>
        <p:spPr>
          <a:xfrm>
            <a:off x="8206580" y="3924701"/>
            <a:ext cx="64008" cy="1691640"/>
          </a:xfrm>
          <a:prstGeom prst="rect">
            <a:avLst/>
          </a:prstGeom>
          <a:solidFill>
            <a:srgbClr val="2A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0E0A25-7761-674A-E425-F1B688E5B19A}"/>
              </a:ext>
            </a:extLst>
          </p:cNvPr>
          <p:cNvSpPr txBox="1"/>
          <p:nvPr/>
        </p:nvSpPr>
        <p:spPr>
          <a:xfrm>
            <a:off x="4526280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High-volume items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Monitor top-selling products closely to reduce stockout risk.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208915-3198-5779-4D5F-3E0417FDE3BC}"/>
              </a:ext>
            </a:extLst>
          </p:cNvPr>
          <p:cNvSpPr txBox="1"/>
          <p:nvPr/>
        </p:nvSpPr>
        <p:spPr>
          <a:xfrm>
            <a:off x="8229599" y="1453895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Store planning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Use store-level patterns to allocate inventory more effectively.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10A2F7-E9D1-39E1-8896-F6B616113333}"/>
              </a:ext>
            </a:extLst>
          </p:cNvPr>
          <p:cNvSpPr txBox="1"/>
          <p:nvPr/>
        </p:nvSpPr>
        <p:spPr>
          <a:xfrm>
            <a:off x="832104" y="40690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Pricing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Review price-demand relationships before major pricing changes.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ECD8D7-B816-530B-D467-EE3D4D8FF244}"/>
              </a:ext>
            </a:extLst>
          </p:cNvPr>
          <p:cNvSpPr txBox="1"/>
          <p:nvPr/>
        </p:nvSpPr>
        <p:spPr>
          <a:xfrm>
            <a:off x="4681206" y="4039001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Events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Plan inventory around seasonal and event-driven demand changes.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7A305E-82C1-22C9-C684-205CF589C533}"/>
              </a:ext>
            </a:extLst>
          </p:cNvPr>
          <p:cNvSpPr txBox="1"/>
          <p:nvPr/>
        </p:nvSpPr>
        <p:spPr>
          <a:xfrm>
            <a:off x="8302752" y="4039001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42A44"/>
                </a:solidFill>
                <a:latin typeface="Aptos"/>
              </a:rPr>
              <a:t>Model governance</a:t>
            </a:r>
          </a:p>
          <a:p>
            <a:pPr>
              <a:spcAft>
                <a:spcPts val="300"/>
              </a:spcAft>
            </a:pPr>
            <a:r>
              <a:rPr sz="1150" dirty="0">
                <a:solidFill>
                  <a:srgbClr val="23282D"/>
                </a:solidFill>
                <a:latin typeface="Aptos"/>
              </a:rPr>
              <a:t>Track forecast error and retrain when demand patterns change.</a:t>
            </a:r>
          </a:p>
        </p:txBody>
      </p:sp>
    </p:spTree>
    <p:extLst>
      <p:ext uri="{BB962C8B-B14F-4D97-AF65-F5344CB8AC3E}">
        <p14:creationId xmlns:p14="http://schemas.microsoft.com/office/powerpoint/2010/main" val="1614169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A12CAD-2DB6-A5D5-B773-A5A1BED2C05F}"/>
              </a:ext>
            </a:extLst>
          </p:cNvPr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A44"/>
                </a:solidFill>
                <a:latin typeface="Aptos Display"/>
              </a:rPr>
              <a:t>Project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E26FF-7A0B-2110-34EE-4EBF148A4A0E}"/>
              </a:ext>
            </a:extLst>
          </p:cNvPr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97078"/>
                </a:solidFill>
                <a:latin typeface="Aptos"/>
              </a:rPr>
              <a:t>End-to-end outcome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F17DF-BB11-6CFF-64F1-295114AF521A}"/>
              </a:ext>
            </a:extLst>
          </p:cNvPr>
          <p:cNvSpPr txBox="1"/>
          <p:nvPr/>
        </p:nvSpPr>
        <p:spPr>
          <a:xfrm>
            <a:off x="91440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The project converted a large, wide retail forecasting dataset into analysis-ready daily sales data.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Snowflake provided the structured SQL/data-engineering layer for transformation and enrichment.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Databricks and Python were used for predictive modelling and evaluation.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Power BI translated the analysis into business-facing dashboards.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provided an interactive application for demonstrating the project outputs.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rPr dirty="0"/>
              <a:t>• Overall, the workflow creates a foundation for data-driven demand planning, inventory management and retail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219506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766298-908A-2F57-8308-D71075E09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25" y="-2100916"/>
            <a:ext cx="2657475" cy="5742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EE241-C574-97E3-A84D-E443B972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072" y="-2105025"/>
            <a:ext cx="2655150" cy="21367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34112-B957-B671-2315-0B03A3560CF9}"/>
              </a:ext>
            </a:extLst>
          </p:cNvPr>
          <p:cNvSpPr txBox="1"/>
          <p:nvPr/>
        </p:nvSpPr>
        <p:spPr>
          <a:xfrm>
            <a:off x="4515141" y="2148840"/>
            <a:ext cx="32226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chemeClr val="bg2"/>
                </a:solidFill>
              </a:rPr>
              <a:t>THANK</a:t>
            </a:r>
            <a:r>
              <a:rPr sz="4000" b="1" dirty="0">
                <a:solidFill>
                  <a:srgbClr val="FFFFFF"/>
                </a:solidFill>
              </a:rPr>
              <a:t> </a:t>
            </a:r>
            <a:r>
              <a:rPr sz="4000" b="1" dirty="0">
                <a:solidFill>
                  <a:schemeClr val="bg2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15386</TotalTime>
  <Words>1871</Words>
  <Application>Microsoft Office PowerPoint</Application>
  <PresentationFormat>Widescreen</PresentationFormat>
  <Paragraphs>290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bhagyashree sahoo</cp:lastModifiedBy>
  <cp:revision>590</cp:revision>
  <dcterms:created xsi:type="dcterms:W3CDTF">2025-04-04T02:52:34Z</dcterms:created>
  <dcterms:modified xsi:type="dcterms:W3CDTF">2026-09-21T10:51:22Z</dcterms:modified>
</cp:coreProperties>
</file>